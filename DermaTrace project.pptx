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6" r:id="rId11"/>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550EFB-A450-463A-A57C-9383E7C87719}" v="66" dt="2026-01-20T10:43:36.6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668" y="4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len Roa" userId="2ff02348ae94d9d8" providerId="LiveId" clId="{140FD670-EC2D-496C-9205-D262A29184BC}"/>
    <pc:docChg chg="undo custSel addSld delSld modSld sldOrd addMainMaster delMainMaster">
      <pc:chgData name="Kailen Roa" userId="2ff02348ae94d9d8" providerId="LiveId" clId="{140FD670-EC2D-496C-9205-D262A29184BC}" dt="2026-01-21T10:23:40.059" v="4426" actId="20577"/>
      <pc:docMkLst>
        <pc:docMk/>
      </pc:docMkLst>
      <pc:sldChg chg="addSp delSp modSp mod modAnim">
        <pc:chgData name="Kailen Roa" userId="2ff02348ae94d9d8" providerId="LiveId" clId="{140FD670-EC2D-496C-9205-D262A29184BC}" dt="2026-01-20T10:27:44.401" v="4353" actId="26606"/>
        <pc:sldMkLst>
          <pc:docMk/>
          <pc:sldMk cId="2327504014" sldId="256"/>
        </pc:sldMkLst>
        <pc:spChg chg="mod">
          <ac:chgData name="Kailen Roa" userId="2ff02348ae94d9d8" providerId="LiveId" clId="{140FD670-EC2D-496C-9205-D262A29184BC}" dt="2026-01-20T10:27:44.401" v="4353" actId="26606"/>
          <ac:spMkLst>
            <pc:docMk/>
            <pc:sldMk cId="2327504014" sldId="256"/>
            <ac:spMk id="2" creationId="{F99BC6B1-568D-C709-E1A3-735CEB738970}"/>
          </ac:spMkLst>
        </pc:spChg>
        <pc:spChg chg="mod">
          <ac:chgData name="Kailen Roa" userId="2ff02348ae94d9d8" providerId="LiveId" clId="{140FD670-EC2D-496C-9205-D262A29184BC}" dt="2026-01-20T10:27:44.401" v="4353" actId="26606"/>
          <ac:spMkLst>
            <pc:docMk/>
            <pc:sldMk cId="2327504014" sldId="256"/>
            <ac:spMk id="3" creationId="{A8350B64-093F-2438-5E8A-3432E3512E06}"/>
          </ac:spMkLst>
        </pc:spChg>
        <pc:spChg chg="add del">
          <ac:chgData name="Kailen Roa" userId="2ff02348ae94d9d8" providerId="LiveId" clId="{140FD670-EC2D-496C-9205-D262A29184BC}" dt="2026-01-20T10:27:44.401" v="4353" actId="26606"/>
          <ac:spMkLst>
            <pc:docMk/>
            <pc:sldMk cId="2327504014" sldId="256"/>
            <ac:spMk id="81" creationId="{A7971386-B2B0-4A38-8D3B-8CF23AAA610C}"/>
          </ac:spMkLst>
        </pc:spChg>
        <pc:spChg chg="add del">
          <ac:chgData name="Kailen Roa" userId="2ff02348ae94d9d8" providerId="LiveId" clId="{140FD670-EC2D-496C-9205-D262A29184BC}" dt="2026-01-20T10:27:44.401" v="4353" actId="26606"/>
          <ac:spMkLst>
            <pc:docMk/>
            <pc:sldMk cId="2327504014" sldId="256"/>
            <ac:spMk id="82" creationId="{8BECD55C-E611-4BCD-B45E-BF01D6234816}"/>
          </ac:spMkLst>
        </pc:spChg>
        <pc:spChg chg="add del">
          <ac:chgData name="Kailen Roa" userId="2ff02348ae94d9d8" providerId="LiveId" clId="{140FD670-EC2D-496C-9205-D262A29184BC}" dt="2026-01-20T10:27:44.401" v="4353" actId="26606"/>
          <ac:spMkLst>
            <pc:docMk/>
            <pc:sldMk cId="2327504014" sldId="256"/>
            <ac:spMk id="83" creationId="{1B8F0E52-7B96-44E2-BC48-F2D2BAC4611F}"/>
          </ac:spMkLst>
        </pc:spChg>
        <pc:spChg chg="add del">
          <ac:chgData name="Kailen Roa" userId="2ff02348ae94d9d8" providerId="LiveId" clId="{140FD670-EC2D-496C-9205-D262A29184BC}" dt="2026-01-20T10:27:44.401" v="4353" actId="26606"/>
          <ac:spMkLst>
            <pc:docMk/>
            <pc:sldMk cId="2327504014" sldId="256"/>
            <ac:spMk id="84" creationId="{0D29D77D-2D4E-4868-960B-BEDA724F5CE2}"/>
          </ac:spMkLst>
        </pc:spChg>
        <pc:spChg chg="add del">
          <ac:chgData name="Kailen Roa" userId="2ff02348ae94d9d8" providerId="LiveId" clId="{140FD670-EC2D-496C-9205-D262A29184BC}" dt="2026-01-20T10:27:42.588" v="4350" actId="26606"/>
          <ac:spMkLst>
            <pc:docMk/>
            <pc:sldMk cId="2327504014" sldId="256"/>
            <ac:spMk id="89" creationId="{A7971386-B2B0-4A38-8D3B-8CF23AAA610C}"/>
          </ac:spMkLst>
        </pc:spChg>
        <pc:spChg chg="add del">
          <ac:chgData name="Kailen Roa" userId="2ff02348ae94d9d8" providerId="LiveId" clId="{140FD670-EC2D-496C-9205-D262A29184BC}" dt="2026-01-20T10:27:42.588" v="4350" actId="26606"/>
          <ac:spMkLst>
            <pc:docMk/>
            <pc:sldMk cId="2327504014" sldId="256"/>
            <ac:spMk id="91" creationId="{96AE4BD0-E2D6-4FE1-9295-59E338A45340}"/>
          </ac:spMkLst>
        </pc:spChg>
        <pc:spChg chg="add del">
          <ac:chgData name="Kailen Roa" userId="2ff02348ae94d9d8" providerId="LiveId" clId="{140FD670-EC2D-496C-9205-D262A29184BC}" dt="2026-01-20T10:27:42.588" v="4350" actId="26606"/>
          <ac:spMkLst>
            <pc:docMk/>
            <pc:sldMk cId="2327504014" sldId="256"/>
            <ac:spMk id="93" creationId="{0D29D77D-2D4E-4868-960B-BEDA724F5CE2}"/>
          </ac:spMkLst>
        </pc:spChg>
        <pc:spChg chg="add del">
          <ac:chgData name="Kailen Roa" userId="2ff02348ae94d9d8" providerId="LiveId" clId="{140FD670-EC2D-496C-9205-D262A29184BC}" dt="2026-01-20T10:27:44.387" v="4352" actId="26606"/>
          <ac:spMkLst>
            <pc:docMk/>
            <pc:sldMk cId="2327504014" sldId="256"/>
            <ac:spMk id="98" creationId="{A7971386-B2B0-4A38-8D3B-8CF23AAA610C}"/>
          </ac:spMkLst>
        </pc:spChg>
        <pc:spChg chg="add del">
          <ac:chgData name="Kailen Roa" userId="2ff02348ae94d9d8" providerId="LiveId" clId="{140FD670-EC2D-496C-9205-D262A29184BC}" dt="2026-01-20T10:27:44.387" v="4352" actId="26606"/>
          <ac:spMkLst>
            <pc:docMk/>
            <pc:sldMk cId="2327504014" sldId="256"/>
            <ac:spMk id="99" creationId="{0D29D77D-2D4E-4868-960B-BEDA724F5CE2}"/>
          </ac:spMkLst>
        </pc:spChg>
        <pc:spChg chg="add del">
          <ac:chgData name="Kailen Roa" userId="2ff02348ae94d9d8" providerId="LiveId" clId="{140FD670-EC2D-496C-9205-D262A29184BC}" dt="2026-01-20T10:27:44.387" v="4352" actId="26606"/>
          <ac:spMkLst>
            <pc:docMk/>
            <pc:sldMk cId="2327504014" sldId="256"/>
            <ac:spMk id="100" creationId="{8BECD55C-E611-4BCD-B45E-BF01D6234816}"/>
          </ac:spMkLst>
        </pc:spChg>
        <pc:spChg chg="add">
          <ac:chgData name="Kailen Roa" userId="2ff02348ae94d9d8" providerId="LiveId" clId="{140FD670-EC2D-496C-9205-D262A29184BC}" dt="2026-01-20T10:27:44.401" v="4353" actId="26606"/>
          <ac:spMkLst>
            <pc:docMk/>
            <pc:sldMk cId="2327504014" sldId="256"/>
            <ac:spMk id="103" creationId="{A7971386-B2B0-4A38-8D3B-8CF23AAA610C}"/>
          </ac:spMkLst>
        </pc:spChg>
        <pc:spChg chg="add">
          <ac:chgData name="Kailen Roa" userId="2ff02348ae94d9d8" providerId="LiveId" clId="{140FD670-EC2D-496C-9205-D262A29184BC}" dt="2026-01-20T10:27:44.401" v="4353" actId="26606"/>
          <ac:spMkLst>
            <pc:docMk/>
            <pc:sldMk cId="2327504014" sldId="256"/>
            <ac:spMk id="104" creationId="{96AE4BD0-E2D6-4FE1-9295-59E338A45340}"/>
          </ac:spMkLst>
        </pc:spChg>
        <pc:spChg chg="add">
          <ac:chgData name="Kailen Roa" userId="2ff02348ae94d9d8" providerId="LiveId" clId="{140FD670-EC2D-496C-9205-D262A29184BC}" dt="2026-01-20T10:27:44.401" v="4353" actId="26606"/>
          <ac:spMkLst>
            <pc:docMk/>
            <pc:sldMk cId="2327504014" sldId="256"/>
            <ac:spMk id="105" creationId="{0D29D77D-2D4E-4868-960B-BEDA724F5CE2}"/>
          </ac:spMkLst>
        </pc:spChg>
        <pc:picChg chg="add mod">
          <ac:chgData name="Kailen Roa" userId="2ff02348ae94d9d8" providerId="LiveId" clId="{140FD670-EC2D-496C-9205-D262A29184BC}" dt="2026-01-20T10:27:44.401" v="4353" actId="26606"/>
          <ac:picMkLst>
            <pc:docMk/>
            <pc:sldMk cId="2327504014" sldId="256"/>
            <ac:picMk id="5" creationId="{2AA9A6BA-40FA-7F56-06E7-48172AA9905D}"/>
          </ac:picMkLst>
        </pc:picChg>
        <pc:picChg chg="add del mod">
          <ac:chgData name="Kailen Roa" userId="2ff02348ae94d9d8" providerId="LiveId" clId="{140FD670-EC2D-496C-9205-D262A29184BC}" dt="2026-01-20T10:27:01.532" v="4345" actId="478"/>
          <ac:picMkLst>
            <pc:docMk/>
            <pc:sldMk cId="2327504014" sldId="256"/>
            <ac:picMk id="8" creationId="{7913B9F0-90C5-43A5-8618-5D67B80774D3}"/>
          </ac:picMkLst>
        </pc:picChg>
      </pc:sldChg>
      <pc:sldChg chg="modSp mod">
        <pc:chgData name="Kailen Roa" userId="2ff02348ae94d9d8" providerId="LiveId" clId="{140FD670-EC2D-496C-9205-D262A29184BC}" dt="2026-01-21T10:23:40.059" v="4426" actId="20577"/>
        <pc:sldMkLst>
          <pc:docMk/>
          <pc:sldMk cId="4095058021" sldId="257"/>
        </pc:sldMkLst>
        <pc:spChg chg="mod">
          <ac:chgData name="Kailen Roa" userId="2ff02348ae94d9d8" providerId="LiveId" clId="{140FD670-EC2D-496C-9205-D262A29184BC}" dt="2026-01-21T10:23:40.059" v="4426" actId="20577"/>
          <ac:spMkLst>
            <pc:docMk/>
            <pc:sldMk cId="4095058021" sldId="257"/>
            <ac:spMk id="3" creationId="{2F5E3411-6A63-063C-C7C7-6800D98A55B3}"/>
          </ac:spMkLst>
        </pc:spChg>
      </pc:sldChg>
      <pc:sldChg chg="addSp delSp modSp new mod setBg">
        <pc:chgData name="Kailen Roa" userId="2ff02348ae94d9d8" providerId="LiveId" clId="{140FD670-EC2D-496C-9205-D262A29184BC}" dt="2026-01-20T10:28:47.187" v="4375" actId="20577"/>
        <pc:sldMkLst>
          <pc:docMk/>
          <pc:sldMk cId="1135670158" sldId="261"/>
        </pc:sldMkLst>
        <pc:spChg chg="mod ord">
          <ac:chgData name="Kailen Roa" userId="2ff02348ae94d9d8" providerId="LiveId" clId="{140FD670-EC2D-496C-9205-D262A29184BC}" dt="2026-01-20T10:28:47.187" v="4375" actId="20577"/>
          <ac:spMkLst>
            <pc:docMk/>
            <pc:sldMk cId="1135670158" sldId="261"/>
            <ac:spMk id="2" creationId="{486A8663-C85F-0896-F095-67C635C4E06C}"/>
          </ac:spMkLst>
        </pc:spChg>
        <pc:picChg chg="add mod ord">
          <ac:chgData name="Kailen Roa" userId="2ff02348ae94d9d8" providerId="LiveId" clId="{140FD670-EC2D-496C-9205-D262A29184BC}" dt="2026-01-11T20:28:18.532" v="3270" actId="1076"/>
          <ac:picMkLst>
            <pc:docMk/>
            <pc:sldMk cId="1135670158" sldId="261"/>
            <ac:picMk id="7" creationId="{7ED6F4A0-D10A-4305-2F9D-267417197C1A}"/>
          </ac:picMkLst>
        </pc:picChg>
      </pc:sldChg>
      <pc:sldChg chg="addSp delSp modSp mod">
        <pc:chgData name="Kailen Roa" userId="2ff02348ae94d9d8" providerId="LiveId" clId="{140FD670-EC2D-496C-9205-D262A29184BC}" dt="2026-01-20T10:41:41.185" v="4388" actId="26606"/>
        <pc:sldMkLst>
          <pc:docMk/>
          <pc:sldMk cId="606231215" sldId="262"/>
        </pc:sldMkLst>
        <pc:spChg chg="mod">
          <ac:chgData name="Kailen Roa" userId="2ff02348ae94d9d8" providerId="LiveId" clId="{140FD670-EC2D-496C-9205-D262A29184BC}" dt="2026-01-20T10:41:41.185" v="4388" actId="26606"/>
          <ac:spMkLst>
            <pc:docMk/>
            <pc:sldMk cId="606231215" sldId="262"/>
            <ac:spMk id="2" creationId="{DD1E4892-A17E-CA30-F8DB-3BBA9A6B2280}"/>
          </ac:spMkLst>
        </pc:spChg>
        <pc:spChg chg="mod">
          <ac:chgData name="Kailen Roa" userId="2ff02348ae94d9d8" providerId="LiveId" clId="{140FD670-EC2D-496C-9205-D262A29184BC}" dt="2026-01-20T10:41:41.185" v="4388" actId="26606"/>
          <ac:spMkLst>
            <pc:docMk/>
            <pc:sldMk cId="606231215" sldId="262"/>
            <ac:spMk id="20" creationId="{1CB0FCA6-5C74-BBF3-199C-90131CB07AD6}"/>
          </ac:spMkLst>
        </pc:spChg>
        <pc:spChg chg="add del">
          <ac:chgData name="Kailen Roa" userId="2ff02348ae94d9d8" providerId="LiveId" clId="{140FD670-EC2D-496C-9205-D262A29184BC}" dt="2026-01-20T10:29:47.424" v="4382" actId="26606"/>
          <ac:spMkLst>
            <pc:docMk/>
            <pc:sldMk cId="606231215" sldId="262"/>
            <ac:spMk id="3104" creationId="{FAFB3478-4AEC-431E-93B2-1593839C16DA}"/>
          </ac:spMkLst>
        </pc:spChg>
        <pc:spChg chg="add del">
          <ac:chgData name="Kailen Roa" userId="2ff02348ae94d9d8" providerId="LiveId" clId="{140FD670-EC2D-496C-9205-D262A29184BC}" dt="2026-01-20T10:29:47.424" v="4382" actId="26606"/>
          <ac:spMkLst>
            <pc:docMk/>
            <pc:sldMk cId="606231215" sldId="262"/>
            <ac:spMk id="3106" creationId="{A8A68745-355E-4D81-AA5F-942C71082A1E}"/>
          </ac:spMkLst>
        </pc:spChg>
        <pc:spChg chg="add del">
          <ac:chgData name="Kailen Roa" userId="2ff02348ae94d9d8" providerId="LiveId" clId="{140FD670-EC2D-496C-9205-D262A29184BC}" dt="2026-01-20T10:29:47.424" v="4382" actId="26606"/>
          <ac:spMkLst>
            <pc:docMk/>
            <pc:sldMk cId="606231215" sldId="262"/>
            <ac:spMk id="3108" creationId="{9A450B93-9615-4854-BEA5-4A85DF5CD68C}"/>
          </ac:spMkLst>
        </pc:spChg>
        <pc:spChg chg="add del">
          <ac:chgData name="Kailen Roa" userId="2ff02348ae94d9d8" providerId="LiveId" clId="{140FD670-EC2D-496C-9205-D262A29184BC}" dt="2026-01-20T10:29:47.424" v="4382" actId="26606"/>
          <ac:spMkLst>
            <pc:docMk/>
            <pc:sldMk cId="606231215" sldId="262"/>
            <ac:spMk id="3110" creationId="{2E922E9E-A29B-4164-A634-B718A43369CA}"/>
          </ac:spMkLst>
        </pc:spChg>
        <pc:spChg chg="add del">
          <ac:chgData name="Kailen Roa" userId="2ff02348ae94d9d8" providerId="LiveId" clId="{140FD670-EC2D-496C-9205-D262A29184BC}" dt="2026-01-20T10:41:41.185" v="4388" actId="26606"/>
          <ac:spMkLst>
            <pc:docMk/>
            <pc:sldMk cId="606231215" sldId="262"/>
            <ac:spMk id="3115" creationId="{FAFB3478-4AEC-431E-93B2-1593839C16DA}"/>
          </ac:spMkLst>
        </pc:spChg>
        <pc:spChg chg="add del">
          <ac:chgData name="Kailen Roa" userId="2ff02348ae94d9d8" providerId="LiveId" clId="{140FD670-EC2D-496C-9205-D262A29184BC}" dt="2026-01-20T10:41:41.185" v="4388" actId="26606"/>
          <ac:spMkLst>
            <pc:docMk/>
            <pc:sldMk cId="606231215" sldId="262"/>
            <ac:spMk id="3117" creationId="{E0F166C3-D45F-4A92-A291-15B874AD1A56}"/>
          </ac:spMkLst>
        </pc:spChg>
        <pc:spChg chg="add del">
          <ac:chgData name="Kailen Roa" userId="2ff02348ae94d9d8" providerId="LiveId" clId="{140FD670-EC2D-496C-9205-D262A29184BC}" dt="2026-01-20T10:41:41.185" v="4388" actId="26606"/>
          <ac:spMkLst>
            <pc:docMk/>
            <pc:sldMk cId="606231215" sldId="262"/>
            <ac:spMk id="3125" creationId="{F34FFB17-4733-4A4C-9F36-CE82366CB51E}"/>
          </ac:spMkLst>
        </pc:spChg>
        <pc:spChg chg="add del">
          <ac:chgData name="Kailen Roa" userId="2ff02348ae94d9d8" providerId="LiveId" clId="{140FD670-EC2D-496C-9205-D262A29184BC}" dt="2026-01-20T10:41:31.670" v="4385" actId="26606"/>
          <ac:spMkLst>
            <pc:docMk/>
            <pc:sldMk cId="606231215" sldId="262"/>
            <ac:spMk id="3130" creationId="{FAFB3478-4AEC-431E-93B2-1593839C16DA}"/>
          </ac:spMkLst>
        </pc:spChg>
        <pc:spChg chg="add del">
          <ac:chgData name="Kailen Roa" userId="2ff02348ae94d9d8" providerId="LiveId" clId="{140FD670-EC2D-496C-9205-D262A29184BC}" dt="2026-01-20T10:41:31.670" v="4385" actId="26606"/>
          <ac:spMkLst>
            <pc:docMk/>
            <pc:sldMk cId="606231215" sldId="262"/>
            <ac:spMk id="3132" creationId="{A8A68745-355E-4D81-AA5F-942C71082A1E}"/>
          </ac:spMkLst>
        </pc:spChg>
        <pc:spChg chg="add del">
          <ac:chgData name="Kailen Roa" userId="2ff02348ae94d9d8" providerId="LiveId" clId="{140FD670-EC2D-496C-9205-D262A29184BC}" dt="2026-01-20T10:41:31.670" v="4385" actId="26606"/>
          <ac:spMkLst>
            <pc:docMk/>
            <pc:sldMk cId="606231215" sldId="262"/>
            <ac:spMk id="3139" creationId="{2E922E9E-A29B-4164-A634-B718A43369CA}"/>
          </ac:spMkLst>
        </pc:spChg>
        <pc:spChg chg="add del">
          <ac:chgData name="Kailen Roa" userId="2ff02348ae94d9d8" providerId="LiveId" clId="{140FD670-EC2D-496C-9205-D262A29184BC}" dt="2026-01-20T10:41:41.140" v="4387" actId="26606"/>
          <ac:spMkLst>
            <pc:docMk/>
            <pc:sldMk cId="606231215" sldId="262"/>
            <ac:spMk id="3141" creationId="{66C115EF-F0EA-46A7-A25C-125D26FAA3AA}"/>
          </ac:spMkLst>
        </pc:spChg>
        <pc:spChg chg="add del">
          <ac:chgData name="Kailen Roa" userId="2ff02348ae94d9d8" providerId="LiveId" clId="{140FD670-EC2D-496C-9205-D262A29184BC}" dt="2026-01-20T10:41:41.140" v="4387" actId="26606"/>
          <ac:spMkLst>
            <pc:docMk/>
            <pc:sldMk cId="606231215" sldId="262"/>
            <ac:spMk id="3142" creationId="{97BF6B6D-C479-40CF-B042-7D70D8286E40}"/>
          </ac:spMkLst>
        </pc:spChg>
        <pc:spChg chg="add del">
          <ac:chgData name="Kailen Roa" userId="2ff02348ae94d9d8" providerId="LiveId" clId="{140FD670-EC2D-496C-9205-D262A29184BC}" dt="2026-01-20T10:41:41.140" v="4387" actId="26606"/>
          <ac:spMkLst>
            <pc:docMk/>
            <pc:sldMk cId="606231215" sldId="262"/>
            <ac:spMk id="3147" creationId="{C1E15FC6-E547-48B3-9AD4-3945840ECCA8}"/>
          </ac:spMkLst>
        </pc:spChg>
        <pc:spChg chg="add">
          <ac:chgData name="Kailen Roa" userId="2ff02348ae94d9d8" providerId="LiveId" clId="{140FD670-EC2D-496C-9205-D262A29184BC}" dt="2026-01-20T10:41:41.185" v="4388" actId="26606"/>
          <ac:spMkLst>
            <pc:docMk/>
            <pc:sldMk cId="606231215" sldId="262"/>
            <ac:spMk id="3149" creationId="{FAFB3478-4AEC-431E-93B2-1593839C16DA}"/>
          </ac:spMkLst>
        </pc:spChg>
        <pc:spChg chg="add">
          <ac:chgData name="Kailen Roa" userId="2ff02348ae94d9d8" providerId="LiveId" clId="{140FD670-EC2D-496C-9205-D262A29184BC}" dt="2026-01-20T10:41:41.185" v="4388" actId="26606"/>
          <ac:spMkLst>
            <pc:docMk/>
            <pc:sldMk cId="606231215" sldId="262"/>
            <ac:spMk id="3150" creationId="{A8A68745-355E-4D81-AA5F-942C71082A1E}"/>
          </ac:spMkLst>
        </pc:spChg>
        <pc:spChg chg="add">
          <ac:chgData name="Kailen Roa" userId="2ff02348ae94d9d8" providerId="LiveId" clId="{140FD670-EC2D-496C-9205-D262A29184BC}" dt="2026-01-20T10:41:41.185" v="4388" actId="26606"/>
          <ac:spMkLst>
            <pc:docMk/>
            <pc:sldMk cId="606231215" sldId="262"/>
            <ac:spMk id="3152" creationId="{2E922E9E-A29B-4164-A634-B718A43369CA}"/>
          </ac:spMkLst>
        </pc:spChg>
        <pc:picChg chg="add mod ord">
          <ac:chgData name="Kailen Roa" userId="2ff02348ae94d9d8" providerId="LiveId" clId="{140FD670-EC2D-496C-9205-D262A29184BC}" dt="2026-01-20T10:41:41.185" v="4388" actId="26606"/>
          <ac:picMkLst>
            <pc:docMk/>
            <pc:sldMk cId="606231215" sldId="262"/>
            <ac:picMk id="4" creationId="{B4A812EA-9D7A-2050-EA6F-86113D619B95}"/>
          </ac:picMkLst>
        </pc:picChg>
        <pc:picChg chg="add del mod">
          <ac:chgData name="Kailen Roa" userId="2ff02348ae94d9d8" providerId="LiveId" clId="{140FD670-EC2D-496C-9205-D262A29184BC}" dt="2026-01-20T10:29:21.444" v="4376" actId="21"/>
          <ac:picMkLst>
            <pc:docMk/>
            <pc:sldMk cId="606231215" sldId="262"/>
            <ac:picMk id="5" creationId="{D7FBAD61-7CF0-BBE9-490A-201B350762E3}"/>
          </ac:picMkLst>
        </pc:picChg>
        <pc:picChg chg="add mod">
          <ac:chgData name="Kailen Roa" userId="2ff02348ae94d9d8" providerId="LiveId" clId="{140FD670-EC2D-496C-9205-D262A29184BC}" dt="2026-01-20T10:41:41.185" v="4388" actId="26606"/>
          <ac:picMkLst>
            <pc:docMk/>
            <pc:sldMk cId="606231215" sldId="262"/>
            <ac:picMk id="1026" creationId="{0810570C-02D0-F56D-FD2D-1C244DADB228}"/>
          </ac:picMkLst>
        </pc:picChg>
      </pc:sldChg>
      <pc:sldChg chg="addSp delSp modSp mod">
        <pc:chgData name="Kailen Roa" userId="2ff02348ae94d9d8" providerId="LiveId" clId="{140FD670-EC2D-496C-9205-D262A29184BC}" dt="2026-01-20T10:42:42.568" v="4398" actId="1076"/>
        <pc:sldMkLst>
          <pc:docMk/>
          <pc:sldMk cId="1444323830" sldId="263"/>
        </pc:sldMkLst>
        <pc:spChg chg="mod">
          <ac:chgData name="Kailen Roa" userId="2ff02348ae94d9d8" providerId="LiveId" clId="{140FD670-EC2D-496C-9205-D262A29184BC}" dt="2026-01-20T10:42:33.679" v="4397" actId="26606"/>
          <ac:spMkLst>
            <pc:docMk/>
            <pc:sldMk cId="1444323830" sldId="263"/>
            <ac:spMk id="2" creationId="{7242D7E9-B06A-6B5B-4E29-9C0E36BA9B0E}"/>
          </ac:spMkLst>
        </pc:spChg>
        <pc:spChg chg="mod">
          <ac:chgData name="Kailen Roa" userId="2ff02348ae94d9d8" providerId="LiveId" clId="{140FD670-EC2D-496C-9205-D262A29184BC}" dt="2026-01-20T10:42:42.568" v="4398" actId="1076"/>
          <ac:spMkLst>
            <pc:docMk/>
            <pc:sldMk cId="1444323830" sldId="263"/>
            <ac:spMk id="3" creationId="{1629ADDF-E677-2855-0F01-0C70DB9F3FF3}"/>
          </ac:spMkLst>
        </pc:spChg>
        <pc:spChg chg="add del">
          <ac:chgData name="Kailen Roa" userId="2ff02348ae94d9d8" providerId="LiveId" clId="{140FD670-EC2D-496C-9205-D262A29184BC}" dt="2026-01-20T10:42:33.679" v="4397" actId="26606"/>
          <ac:spMkLst>
            <pc:docMk/>
            <pc:sldMk cId="1444323830" sldId="263"/>
            <ac:spMk id="73" creationId="{FAFB3478-4AEC-431E-93B2-1593839C16DA}"/>
          </ac:spMkLst>
        </pc:spChg>
        <pc:spChg chg="add del">
          <ac:chgData name="Kailen Roa" userId="2ff02348ae94d9d8" providerId="LiveId" clId="{140FD670-EC2D-496C-9205-D262A29184BC}" dt="2026-01-20T10:42:33.679" v="4397" actId="26606"/>
          <ac:spMkLst>
            <pc:docMk/>
            <pc:sldMk cId="1444323830" sldId="263"/>
            <ac:spMk id="74" creationId="{C1B458B9-B65B-41B6-AFBC-A208EA46550D}"/>
          </ac:spMkLst>
        </pc:spChg>
        <pc:spChg chg="add del">
          <ac:chgData name="Kailen Roa" userId="2ff02348ae94d9d8" providerId="LiveId" clId="{140FD670-EC2D-496C-9205-D262A29184BC}" dt="2026-01-20T10:42:33.679" v="4397" actId="26606"/>
          <ac:spMkLst>
            <pc:docMk/>
            <pc:sldMk cId="1444323830" sldId="263"/>
            <ac:spMk id="75" creationId="{A8A68745-355E-4D81-AA5F-942C71082A1E}"/>
          </ac:spMkLst>
        </pc:spChg>
        <pc:spChg chg="add del">
          <ac:chgData name="Kailen Roa" userId="2ff02348ae94d9d8" providerId="LiveId" clId="{140FD670-EC2D-496C-9205-D262A29184BC}" dt="2026-01-20T10:42:17.512" v="4394" actId="26606"/>
          <ac:spMkLst>
            <pc:docMk/>
            <pc:sldMk cId="1444323830" sldId="263"/>
            <ac:spMk id="82" creationId="{FAFB3478-4AEC-431E-93B2-1593839C16DA}"/>
          </ac:spMkLst>
        </pc:spChg>
        <pc:spChg chg="add del">
          <ac:chgData name="Kailen Roa" userId="2ff02348ae94d9d8" providerId="LiveId" clId="{140FD670-EC2D-496C-9205-D262A29184BC}" dt="2026-01-20T10:42:17.512" v="4394" actId="26606"/>
          <ac:spMkLst>
            <pc:docMk/>
            <pc:sldMk cId="1444323830" sldId="263"/>
            <ac:spMk id="84" creationId="{F74280F7-820D-43DE-BE07-57E20B27165C}"/>
          </ac:spMkLst>
        </pc:spChg>
        <pc:spChg chg="add del">
          <ac:chgData name="Kailen Roa" userId="2ff02348ae94d9d8" providerId="LiveId" clId="{140FD670-EC2D-496C-9205-D262A29184BC}" dt="2026-01-20T10:42:17.512" v="4394" actId="26606"/>
          <ac:spMkLst>
            <pc:docMk/>
            <pc:sldMk cId="1444323830" sldId="263"/>
            <ac:spMk id="92" creationId="{2E922E9E-A29B-4164-A634-B718A43369CA}"/>
          </ac:spMkLst>
        </pc:spChg>
        <pc:spChg chg="add del">
          <ac:chgData name="Kailen Roa" userId="2ff02348ae94d9d8" providerId="LiveId" clId="{140FD670-EC2D-496C-9205-D262A29184BC}" dt="2026-01-20T10:42:33.671" v="4396" actId="26606"/>
          <ac:spMkLst>
            <pc:docMk/>
            <pc:sldMk cId="1444323830" sldId="263"/>
            <ac:spMk id="94" creationId="{FAFB3478-4AEC-431E-93B2-1593839C16DA}"/>
          </ac:spMkLst>
        </pc:spChg>
        <pc:spChg chg="add del">
          <ac:chgData name="Kailen Roa" userId="2ff02348ae94d9d8" providerId="LiveId" clId="{140FD670-EC2D-496C-9205-D262A29184BC}" dt="2026-01-20T10:42:33.671" v="4396" actId="26606"/>
          <ac:spMkLst>
            <pc:docMk/>
            <pc:sldMk cId="1444323830" sldId="263"/>
            <ac:spMk id="95" creationId="{E0F166C3-D45F-4A92-A291-15B874AD1A56}"/>
          </ac:spMkLst>
        </pc:spChg>
        <pc:spChg chg="add del">
          <ac:chgData name="Kailen Roa" userId="2ff02348ae94d9d8" providerId="LiveId" clId="{140FD670-EC2D-496C-9205-D262A29184BC}" dt="2026-01-20T10:42:33.671" v="4396" actId="26606"/>
          <ac:spMkLst>
            <pc:docMk/>
            <pc:sldMk cId="1444323830" sldId="263"/>
            <ac:spMk id="101" creationId="{F34FFB17-4733-4A4C-9F36-CE82366CB51E}"/>
          </ac:spMkLst>
        </pc:spChg>
        <pc:spChg chg="add">
          <ac:chgData name="Kailen Roa" userId="2ff02348ae94d9d8" providerId="LiveId" clId="{140FD670-EC2D-496C-9205-D262A29184BC}" dt="2026-01-20T10:42:33.679" v="4397" actId="26606"/>
          <ac:spMkLst>
            <pc:docMk/>
            <pc:sldMk cId="1444323830" sldId="263"/>
            <ac:spMk id="103" creationId="{FAFB3478-4AEC-431E-93B2-1593839C16DA}"/>
          </ac:spMkLst>
        </pc:spChg>
        <pc:spChg chg="add">
          <ac:chgData name="Kailen Roa" userId="2ff02348ae94d9d8" providerId="LiveId" clId="{140FD670-EC2D-496C-9205-D262A29184BC}" dt="2026-01-20T10:42:33.679" v="4397" actId="26606"/>
          <ac:spMkLst>
            <pc:docMk/>
            <pc:sldMk cId="1444323830" sldId="263"/>
            <ac:spMk id="104" creationId="{F74280F7-820D-43DE-BE07-57E20B27165C}"/>
          </ac:spMkLst>
        </pc:spChg>
        <pc:spChg chg="add">
          <ac:chgData name="Kailen Roa" userId="2ff02348ae94d9d8" providerId="LiveId" clId="{140FD670-EC2D-496C-9205-D262A29184BC}" dt="2026-01-20T10:42:33.679" v="4397" actId="26606"/>
          <ac:spMkLst>
            <pc:docMk/>
            <pc:sldMk cId="1444323830" sldId="263"/>
            <ac:spMk id="106" creationId="{2E922E9E-A29B-4164-A634-B718A43369CA}"/>
          </ac:spMkLst>
        </pc:spChg>
        <pc:grpChg chg="add del">
          <ac:chgData name="Kailen Roa" userId="2ff02348ae94d9d8" providerId="LiveId" clId="{140FD670-EC2D-496C-9205-D262A29184BC}" dt="2026-01-20T10:42:17.512" v="4394" actId="26606"/>
          <ac:grpSpMkLst>
            <pc:docMk/>
            <pc:sldMk cId="1444323830" sldId="263"/>
            <ac:grpSpMk id="86" creationId="{43D3F524-3DA9-4E34-A8AE-A379EB7486AA}"/>
          </ac:grpSpMkLst>
        </pc:grpChg>
        <pc:grpChg chg="add del">
          <ac:chgData name="Kailen Roa" userId="2ff02348ae94d9d8" providerId="LiveId" clId="{140FD670-EC2D-496C-9205-D262A29184BC}" dt="2026-01-20T10:42:33.671" v="4396" actId="26606"/>
          <ac:grpSpMkLst>
            <pc:docMk/>
            <pc:sldMk cId="1444323830" sldId="263"/>
            <ac:grpSpMk id="96" creationId="{6DBB4B8F-57A2-4546-9449-6DBBA6E7C6CF}"/>
          </ac:grpSpMkLst>
        </pc:grpChg>
        <pc:grpChg chg="add">
          <ac:chgData name="Kailen Roa" userId="2ff02348ae94d9d8" providerId="LiveId" clId="{140FD670-EC2D-496C-9205-D262A29184BC}" dt="2026-01-20T10:42:33.679" v="4397" actId="26606"/>
          <ac:grpSpMkLst>
            <pc:docMk/>
            <pc:sldMk cId="1444323830" sldId="263"/>
            <ac:grpSpMk id="105" creationId="{43D3F524-3DA9-4E34-A8AE-A379EB7486AA}"/>
          </ac:grpSpMkLst>
        </pc:grpChg>
        <pc:picChg chg="add mod">
          <ac:chgData name="Kailen Roa" userId="2ff02348ae94d9d8" providerId="LiveId" clId="{140FD670-EC2D-496C-9205-D262A29184BC}" dt="2026-01-20T10:42:33.679" v="4397" actId="26606"/>
          <ac:picMkLst>
            <pc:docMk/>
            <pc:sldMk cId="1444323830" sldId="263"/>
            <ac:picMk id="5" creationId="{60863BA6-9A4D-1675-8D4C-FBAB90E67EC8}"/>
          </ac:picMkLst>
        </pc:picChg>
        <pc:picChg chg="add del mod">
          <ac:chgData name="Kailen Roa" userId="2ff02348ae94d9d8" providerId="LiveId" clId="{140FD670-EC2D-496C-9205-D262A29184BC}" dt="2026-01-20T10:42:01.538" v="4389" actId="21"/>
          <ac:picMkLst>
            <pc:docMk/>
            <pc:sldMk cId="1444323830" sldId="263"/>
            <ac:picMk id="7" creationId="{4E55F29C-C420-708C-80D0-9C0B01E52395}"/>
          </ac:picMkLst>
        </pc:picChg>
      </pc:sldChg>
      <pc:sldChg chg="addSp delSp modSp add mod">
        <pc:chgData name="Kailen Roa" userId="2ff02348ae94d9d8" providerId="LiveId" clId="{140FD670-EC2D-496C-9205-D262A29184BC}" dt="2026-01-20T10:43:14.880" v="4403" actId="26606"/>
        <pc:sldMkLst>
          <pc:docMk/>
          <pc:sldMk cId="1452866188" sldId="265"/>
        </pc:sldMkLst>
        <pc:spChg chg="mod">
          <ac:chgData name="Kailen Roa" userId="2ff02348ae94d9d8" providerId="LiveId" clId="{140FD670-EC2D-496C-9205-D262A29184BC}" dt="2026-01-20T10:43:14.880" v="4403" actId="26606"/>
          <ac:spMkLst>
            <pc:docMk/>
            <pc:sldMk cId="1452866188" sldId="265"/>
            <ac:spMk id="2" creationId="{7EBA8088-405D-8070-1915-1EBB14F54CBE}"/>
          </ac:spMkLst>
        </pc:spChg>
        <pc:spChg chg="mod">
          <ac:chgData name="Kailen Roa" userId="2ff02348ae94d9d8" providerId="LiveId" clId="{140FD670-EC2D-496C-9205-D262A29184BC}" dt="2026-01-20T10:43:14.880" v="4403" actId="26606"/>
          <ac:spMkLst>
            <pc:docMk/>
            <pc:sldMk cId="1452866188" sldId="265"/>
            <ac:spMk id="3" creationId="{FA5434F0-B1DC-D531-0E67-B72ADD2E13F9}"/>
          </ac:spMkLst>
        </pc:spChg>
        <pc:spChg chg="del">
          <ac:chgData name="Kailen Roa" userId="2ff02348ae94d9d8" providerId="LiveId" clId="{140FD670-EC2D-496C-9205-D262A29184BC}" dt="2026-01-20T10:43:14.880" v="4403" actId="26606"/>
          <ac:spMkLst>
            <pc:docMk/>
            <pc:sldMk cId="1452866188" sldId="265"/>
            <ac:spMk id="73" creationId="{CDF3ACC7-D83C-57D9-549F-53D49AA09DBE}"/>
          </ac:spMkLst>
        </pc:spChg>
        <pc:spChg chg="del">
          <ac:chgData name="Kailen Roa" userId="2ff02348ae94d9d8" providerId="LiveId" clId="{140FD670-EC2D-496C-9205-D262A29184BC}" dt="2026-01-20T10:43:14.880" v="4403" actId="26606"/>
          <ac:spMkLst>
            <pc:docMk/>
            <pc:sldMk cId="1452866188" sldId="265"/>
            <ac:spMk id="74" creationId="{E6AC714E-60A3-1698-9D28-CF2DD62A5ECE}"/>
          </ac:spMkLst>
        </pc:spChg>
        <pc:spChg chg="del">
          <ac:chgData name="Kailen Roa" userId="2ff02348ae94d9d8" providerId="LiveId" clId="{140FD670-EC2D-496C-9205-D262A29184BC}" dt="2026-01-20T10:43:14.880" v="4403" actId="26606"/>
          <ac:spMkLst>
            <pc:docMk/>
            <pc:sldMk cId="1452866188" sldId="265"/>
            <ac:spMk id="75" creationId="{02BA3DE6-DF77-41A9-4711-8D6E0F9843EF}"/>
          </ac:spMkLst>
        </pc:spChg>
        <pc:spChg chg="add">
          <ac:chgData name="Kailen Roa" userId="2ff02348ae94d9d8" providerId="LiveId" clId="{140FD670-EC2D-496C-9205-D262A29184BC}" dt="2026-01-20T10:43:14.880" v="4403" actId="26606"/>
          <ac:spMkLst>
            <pc:docMk/>
            <pc:sldMk cId="1452866188" sldId="265"/>
            <ac:spMk id="82" creationId="{FAFB3478-4AEC-431E-93B2-1593839C16DA}"/>
          </ac:spMkLst>
        </pc:spChg>
        <pc:spChg chg="add">
          <ac:chgData name="Kailen Roa" userId="2ff02348ae94d9d8" providerId="LiveId" clId="{140FD670-EC2D-496C-9205-D262A29184BC}" dt="2026-01-20T10:43:14.880" v="4403" actId="26606"/>
          <ac:spMkLst>
            <pc:docMk/>
            <pc:sldMk cId="1452866188" sldId="265"/>
            <ac:spMk id="84" creationId="{F74280F7-820D-43DE-BE07-57E20B27165C}"/>
          </ac:spMkLst>
        </pc:spChg>
        <pc:spChg chg="add">
          <ac:chgData name="Kailen Roa" userId="2ff02348ae94d9d8" providerId="LiveId" clId="{140FD670-EC2D-496C-9205-D262A29184BC}" dt="2026-01-20T10:43:14.880" v="4403" actId="26606"/>
          <ac:spMkLst>
            <pc:docMk/>
            <pc:sldMk cId="1452866188" sldId="265"/>
            <ac:spMk id="92" creationId="{2E922E9E-A29B-4164-A634-B718A43369CA}"/>
          </ac:spMkLst>
        </pc:spChg>
        <pc:grpChg chg="del">
          <ac:chgData name="Kailen Roa" userId="2ff02348ae94d9d8" providerId="LiveId" clId="{140FD670-EC2D-496C-9205-D262A29184BC}" dt="2026-01-20T10:43:14.880" v="4403" actId="26606"/>
          <ac:grpSpMkLst>
            <pc:docMk/>
            <pc:sldMk cId="1452866188" sldId="265"/>
            <ac:grpSpMk id="76" creationId="{8998B4D0-D057-D6F9-C7A1-94D663624556}"/>
          </ac:grpSpMkLst>
        </pc:grpChg>
        <pc:picChg chg="add mod">
          <ac:chgData name="Kailen Roa" userId="2ff02348ae94d9d8" providerId="LiveId" clId="{140FD670-EC2D-496C-9205-D262A29184BC}" dt="2026-01-20T10:43:14.880" v="4403" actId="26606"/>
          <ac:picMkLst>
            <pc:docMk/>
            <pc:sldMk cId="1452866188" sldId="265"/>
            <ac:picMk id="5" creationId="{78EB406D-C0E5-EAEB-5E0E-CA2DD18A560F}"/>
          </ac:picMkLst>
        </pc:picChg>
        <pc:picChg chg="del">
          <ac:chgData name="Kailen Roa" userId="2ff02348ae94d9d8" providerId="LiveId" clId="{140FD670-EC2D-496C-9205-D262A29184BC}" dt="2026-01-20T10:43:06.040" v="4399" actId="21"/>
          <ac:picMkLst>
            <pc:docMk/>
            <pc:sldMk cId="1452866188" sldId="265"/>
            <ac:picMk id="7" creationId="{D321A628-BA32-BB81-E566-17E674FFEB0D}"/>
          </ac:picMkLst>
        </pc:picChg>
      </pc:sldChg>
      <pc:sldChg chg="addSp delSp modSp add mod">
        <pc:chgData name="Kailen Roa" userId="2ff02348ae94d9d8" providerId="LiveId" clId="{140FD670-EC2D-496C-9205-D262A29184BC}" dt="2026-01-20T10:44:35.708" v="4424" actId="27636"/>
        <pc:sldMkLst>
          <pc:docMk/>
          <pc:sldMk cId="1735904471" sldId="266"/>
        </pc:sldMkLst>
        <pc:spChg chg="mod">
          <ac:chgData name="Kailen Roa" userId="2ff02348ae94d9d8" providerId="LiveId" clId="{140FD670-EC2D-496C-9205-D262A29184BC}" dt="2026-01-20T10:44:00.303" v="4420" actId="26606"/>
          <ac:spMkLst>
            <pc:docMk/>
            <pc:sldMk cId="1735904471" sldId="266"/>
            <ac:spMk id="2" creationId="{F5A09DC4-9370-28CE-C256-97F71AF21402}"/>
          </ac:spMkLst>
        </pc:spChg>
        <pc:spChg chg="mod">
          <ac:chgData name="Kailen Roa" userId="2ff02348ae94d9d8" providerId="LiveId" clId="{140FD670-EC2D-496C-9205-D262A29184BC}" dt="2026-01-20T10:44:35.708" v="4424" actId="27636"/>
          <ac:spMkLst>
            <pc:docMk/>
            <pc:sldMk cId="1735904471" sldId="266"/>
            <ac:spMk id="3" creationId="{CF471F22-CBC8-67D9-FA68-C129D888989B}"/>
          </ac:spMkLst>
        </pc:spChg>
        <pc:spChg chg="add del">
          <ac:chgData name="Kailen Roa" userId="2ff02348ae94d9d8" providerId="LiveId" clId="{140FD670-EC2D-496C-9205-D262A29184BC}" dt="2026-01-20T10:44:00.303" v="4420" actId="26606"/>
          <ac:spMkLst>
            <pc:docMk/>
            <pc:sldMk cId="1735904471" sldId="266"/>
            <ac:spMk id="73" creationId="{94F0D68D-CDE8-15FC-9CF3-981AEFF9E348}"/>
          </ac:spMkLst>
        </pc:spChg>
        <pc:spChg chg="add del">
          <ac:chgData name="Kailen Roa" userId="2ff02348ae94d9d8" providerId="LiveId" clId="{140FD670-EC2D-496C-9205-D262A29184BC}" dt="2026-01-20T10:44:00.303" v="4420" actId="26606"/>
          <ac:spMkLst>
            <pc:docMk/>
            <pc:sldMk cId="1735904471" sldId="266"/>
            <ac:spMk id="74" creationId="{1BF407BA-70BF-D747-561E-1DCD904C0E9F}"/>
          </ac:spMkLst>
        </pc:spChg>
        <pc:spChg chg="add del">
          <ac:chgData name="Kailen Roa" userId="2ff02348ae94d9d8" providerId="LiveId" clId="{140FD670-EC2D-496C-9205-D262A29184BC}" dt="2026-01-20T10:44:00.303" v="4420" actId="26606"/>
          <ac:spMkLst>
            <pc:docMk/>
            <pc:sldMk cId="1735904471" sldId="266"/>
            <ac:spMk id="75" creationId="{6754A013-398B-BB17-2EAF-7652F18EBB1E}"/>
          </ac:spMkLst>
        </pc:spChg>
        <pc:spChg chg="add del">
          <ac:chgData name="Kailen Roa" userId="2ff02348ae94d9d8" providerId="LiveId" clId="{140FD670-EC2D-496C-9205-D262A29184BC}" dt="2026-01-20T10:43:40.405" v="4409" actId="26606"/>
          <ac:spMkLst>
            <pc:docMk/>
            <pc:sldMk cId="1735904471" sldId="266"/>
            <ac:spMk id="82" creationId="{FAFB3478-4AEC-431E-93B2-1593839C16DA}"/>
          </ac:spMkLst>
        </pc:spChg>
        <pc:spChg chg="add del">
          <ac:chgData name="Kailen Roa" userId="2ff02348ae94d9d8" providerId="LiveId" clId="{140FD670-EC2D-496C-9205-D262A29184BC}" dt="2026-01-20T10:43:40.405" v="4409" actId="26606"/>
          <ac:spMkLst>
            <pc:docMk/>
            <pc:sldMk cId="1735904471" sldId="266"/>
            <ac:spMk id="84" creationId="{F74280F7-820D-43DE-BE07-57E20B27165C}"/>
          </ac:spMkLst>
        </pc:spChg>
        <pc:spChg chg="add del">
          <ac:chgData name="Kailen Roa" userId="2ff02348ae94d9d8" providerId="LiveId" clId="{140FD670-EC2D-496C-9205-D262A29184BC}" dt="2026-01-20T10:43:40.405" v="4409" actId="26606"/>
          <ac:spMkLst>
            <pc:docMk/>
            <pc:sldMk cId="1735904471" sldId="266"/>
            <ac:spMk id="92" creationId="{2E922E9E-A29B-4164-A634-B718A43369CA}"/>
          </ac:spMkLst>
        </pc:spChg>
        <pc:spChg chg="add del">
          <ac:chgData name="Kailen Roa" userId="2ff02348ae94d9d8" providerId="LiveId" clId="{140FD670-EC2D-496C-9205-D262A29184BC}" dt="2026-01-20T10:43:44.823" v="4411" actId="26606"/>
          <ac:spMkLst>
            <pc:docMk/>
            <pc:sldMk cId="1735904471" sldId="266"/>
            <ac:spMk id="93" creationId="{2E922E9E-A29B-4164-A634-B718A43369CA}"/>
          </ac:spMkLst>
        </pc:spChg>
        <pc:spChg chg="add del">
          <ac:chgData name="Kailen Roa" userId="2ff02348ae94d9d8" providerId="LiveId" clId="{140FD670-EC2D-496C-9205-D262A29184BC}" dt="2026-01-20T10:43:44.823" v="4411" actId="26606"/>
          <ac:spMkLst>
            <pc:docMk/>
            <pc:sldMk cId="1735904471" sldId="266"/>
            <ac:spMk id="94" creationId="{FAFB3478-4AEC-431E-93B2-1593839C16DA}"/>
          </ac:spMkLst>
        </pc:spChg>
        <pc:spChg chg="add del">
          <ac:chgData name="Kailen Roa" userId="2ff02348ae94d9d8" providerId="LiveId" clId="{140FD670-EC2D-496C-9205-D262A29184BC}" dt="2026-01-20T10:43:44.823" v="4411" actId="26606"/>
          <ac:spMkLst>
            <pc:docMk/>
            <pc:sldMk cId="1735904471" sldId="266"/>
            <ac:spMk id="95" creationId="{A8A68745-355E-4D81-AA5F-942C71082A1E}"/>
          </ac:spMkLst>
        </pc:spChg>
        <pc:spChg chg="add del">
          <ac:chgData name="Kailen Roa" userId="2ff02348ae94d9d8" providerId="LiveId" clId="{140FD670-EC2D-496C-9205-D262A29184BC}" dt="2026-01-20T10:43:48.397" v="4413" actId="26606"/>
          <ac:spMkLst>
            <pc:docMk/>
            <pc:sldMk cId="1735904471" sldId="266"/>
            <ac:spMk id="102" creationId="{FAFB3478-4AEC-431E-93B2-1593839C16DA}"/>
          </ac:spMkLst>
        </pc:spChg>
        <pc:spChg chg="add del">
          <ac:chgData name="Kailen Roa" userId="2ff02348ae94d9d8" providerId="LiveId" clId="{140FD670-EC2D-496C-9205-D262A29184BC}" dt="2026-01-20T10:43:48.397" v="4413" actId="26606"/>
          <ac:spMkLst>
            <pc:docMk/>
            <pc:sldMk cId="1735904471" sldId="266"/>
            <ac:spMk id="103" creationId="{E0F166C3-D45F-4A92-A291-15B874AD1A56}"/>
          </ac:spMkLst>
        </pc:spChg>
        <pc:spChg chg="add del">
          <ac:chgData name="Kailen Roa" userId="2ff02348ae94d9d8" providerId="LiveId" clId="{140FD670-EC2D-496C-9205-D262A29184BC}" dt="2026-01-20T10:43:48.397" v="4413" actId="26606"/>
          <ac:spMkLst>
            <pc:docMk/>
            <pc:sldMk cId="1735904471" sldId="266"/>
            <ac:spMk id="105" creationId="{F34FFB17-4733-4A4C-9F36-CE82366CB51E}"/>
          </ac:spMkLst>
        </pc:spChg>
        <pc:spChg chg="add del">
          <ac:chgData name="Kailen Roa" userId="2ff02348ae94d9d8" providerId="LiveId" clId="{140FD670-EC2D-496C-9205-D262A29184BC}" dt="2026-01-20T10:43:53.876" v="4415" actId="26606"/>
          <ac:spMkLst>
            <pc:docMk/>
            <pc:sldMk cId="1735904471" sldId="266"/>
            <ac:spMk id="107" creationId="{FAFB3478-4AEC-431E-93B2-1593839C16DA}"/>
          </ac:spMkLst>
        </pc:spChg>
        <pc:spChg chg="add del">
          <ac:chgData name="Kailen Roa" userId="2ff02348ae94d9d8" providerId="LiveId" clId="{140FD670-EC2D-496C-9205-D262A29184BC}" dt="2026-01-20T10:43:53.876" v="4415" actId="26606"/>
          <ac:spMkLst>
            <pc:docMk/>
            <pc:sldMk cId="1735904471" sldId="266"/>
            <ac:spMk id="108" creationId="{F74280F7-820D-43DE-BE07-57E20B27165C}"/>
          </ac:spMkLst>
        </pc:spChg>
        <pc:spChg chg="add del">
          <ac:chgData name="Kailen Roa" userId="2ff02348ae94d9d8" providerId="LiveId" clId="{140FD670-EC2D-496C-9205-D262A29184BC}" dt="2026-01-20T10:43:53.876" v="4415" actId="26606"/>
          <ac:spMkLst>
            <pc:docMk/>
            <pc:sldMk cId="1735904471" sldId="266"/>
            <ac:spMk id="114" creationId="{2E922E9E-A29B-4164-A634-B718A43369CA}"/>
          </ac:spMkLst>
        </pc:spChg>
        <pc:spChg chg="add del">
          <ac:chgData name="Kailen Roa" userId="2ff02348ae94d9d8" providerId="LiveId" clId="{140FD670-EC2D-496C-9205-D262A29184BC}" dt="2026-01-20T10:43:57.625" v="4417" actId="26606"/>
          <ac:spMkLst>
            <pc:docMk/>
            <pc:sldMk cId="1735904471" sldId="266"/>
            <ac:spMk id="116" creationId="{FAFB3478-4AEC-431E-93B2-1593839C16DA}"/>
          </ac:spMkLst>
        </pc:spChg>
        <pc:spChg chg="add del">
          <ac:chgData name="Kailen Roa" userId="2ff02348ae94d9d8" providerId="LiveId" clId="{140FD670-EC2D-496C-9205-D262A29184BC}" dt="2026-01-20T10:43:57.625" v="4417" actId="26606"/>
          <ac:spMkLst>
            <pc:docMk/>
            <pc:sldMk cId="1735904471" sldId="266"/>
            <ac:spMk id="117" creationId="{E0F166C3-D45F-4A92-A291-15B874AD1A56}"/>
          </ac:spMkLst>
        </pc:spChg>
        <pc:spChg chg="add del">
          <ac:chgData name="Kailen Roa" userId="2ff02348ae94d9d8" providerId="LiveId" clId="{140FD670-EC2D-496C-9205-D262A29184BC}" dt="2026-01-20T10:43:57.625" v="4417" actId="26606"/>
          <ac:spMkLst>
            <pc:docMk/>
            <pc:sldMk cId="1735904471" sldId="266"/>
            <ac:spMk id="119" creationId="{F34FFB17-4733-4A4C-9F36-CE82366CB51E}"/>
          </ac:spMkLst>
        </pc:spChg>
        <pc:spChg chg="add del">
          <ac:chgData name="Kailen Roa" userId="2ff02348ae94d9d8" providerId="LiveId" clId="{140FD670-EC2D-496C-9205-D262A29184BC}" dt="2026-01-20T10:44:00.299" v="4419" actId="26606"/>
          <ac:spMkLst>
            <pc:docMk/>
            <pc:sldMk cId="1735904471" sldId="266"/>
            <ac:spMk id="121" creationId="{FAFB3478-4AEC-431E-93B2-1593839C16DA}"/>
          </ac:spMkLst>
        </pc:spChg>
        <pc:spChg chg="add del">
          <ac:chgData name="Kailen Roa" userId="2ff02348ae94d9d8" providerId="LiveId" clId="{140FD670-EC2D-496C-9205-D262A29184BC}" dt="2026-01-20T10:44:00.299" v="4419" actId="26606"/>
          <ac:spMkLst>
            <pc:docMk/>
            <pc:sldMk cId="1735904471" sldId="266"/>
            <ac:spMk id="122" creationId="{F74280F7-820D-43DE-BE07-57E20B27165C}"/>
          </ac:spMkLst>
        </pc:spChg>
        <pc:spChg chg="add del">
          <ac:chgData name="Kailen Roa" userId="2ff02348ae94d9d8" providerId="LiveId" clId="{140FD670-EC2D-496C-9205-D262A29184BC}" dt="2026-01-20T10:44:00.299" v="4419" actId="26606"/>
          <ac:spMkLst>
            <pc:docMk/>
            <pc:sldMk cId="1735904471" sldId="266"/>
            <ac:spMk id="128" creationId="{2E922E9E-A29B-4164-A634-B718A43369CA}"/>
          </ac:spMkLst>
        </pc:spChg>
        <pc:spChg chg="add del">
          <ac:chgData name="Kailen Roa" userId="2ff02348ae94d9d8" providerId="LiveId" clId="{140FD670-EC2D-496C-9205-D262A29184BC}" dt="2026-01-20T10:44:20.790" v="4422" actId="26606"/>
          <ac:spMkLst>
            <pc:docMk/>
            <pc:sldMk cId="1735904471" sldId="266"/>
            <ac:spMk id="130" creationId="{FAFB3478-4AEC-431E-93B2-1593839C16DA}"/>
          </ac:spMkLst>
        </pc:spChg>
        <pc:spChg chg="add del">
          <ac:chgData name="Kailen Roa" userId="2ff02348ae94d9d8" providerId="LiveId" clId="{140FD670-EC2D-496C-9205-D262A29184BC}" dt="2026-01-20T10:44:20.790" v="4422" actId="26606"/>
          <ac:spMkLst>
            <pc:docMk/>
            <pc:sldMk cId="1735904471" sldId="266"/>
            <ac:spMk id="131" creationId="{A8A68745-355E-4D81-AA5F-942C71082A1E}"/>
          </ac:spMkLst>
        </pc:spChg>
        <pc:spChg chg="add del">
          <ac:chgData name="Kailen Roa" userId="2ff02348ae94d9d8" providerId="LiveId" clId="{140FD670-EC2D-496C-9205-D262A29184BC}" dt="2026-01-20T10:44:20.790" v="4422" actId="26606"/>
          <ac:spMkLst>
            <pc:docMk/>
            <pc:sldMk cId="1735904471" sldId="266"/>
            <ac:spMk id="133" creationId="{2E922E9E-A29B-4164-A634-B718A43369CA}"/>
          </ac:spMkLst>
        </pc:spChg>
        <pc:spChg chg="add">
          <ac:chgData name="Kailen Roa" userId="2ff02348ae94d9d8" providerId="LiveId" clId="{140FD670-EC2D-496C-9205-D262A29184BC}" dt="2026-01-20T10:44:20.790" v="4422" actId="26606"/>
          <ac:spMkLst>
            <pc:docMk/>
            <pc:sldMk cId="1735904471" sldId="266"/>
            <ac:spMk id="138" creationId="{FAFB3478-4AEC-431E-93B2-1593839C16DA}"/>
          </ac:spMkLst>
        </pc:spChg>
        <pc:spChg chg="add">
          <ac:chgData name="Kailen Roa" userId="2ff02348ae94d9d8" providerId="LiveId" clId="{140FD670-EC2D-496C-9205-D262A29184BC}" dt="2026-01-20T10:44:20.790" v="4422" actId="26606"/>
          <ac:spMkLst>
            <pc:docMk/>
            <pc:sldMk cId="1735904471" sldId="266"/>
            <ac:spMk id="140" creationId="{A8A68745-355E-4D81-AA5F-942C71082A1E}"/>
          </ac:spMkLst>
        </pc:spChg>
        <pc:spChg chg="add">
          <ac:chgData name="Kailen Roa" userId="2ff02348ae94d9d8" providerId="LiveId" clId="{140FD670-EC2D-496C-9205-D262A29184BC}" dt="2026-01-20T10:44:20.790" v="4422" actId="26606"/>
          <ac:spMkLst>
            <pc:docMk/>
            <pc:sldMk cId="1735904471" sldId="266"/>
            <ac:spMk id="149" creationId="{2E922E9E-A29B-4164-A634-B718A43369CA}"/>
          </ac:spMkLst>
        </pc:spChg>
        <pc:grpChg chg="del">
          <ac:chgData name="Kailen Roa" userId="2ff02348ae94d9d8" providerId="LiveId" clId="{140FD670-EC2D-496C-9205-D262A29184BC}" dt="2026-01-20T10:43:57.634" v="4418" actId="26606"/>
          <ac:grpSpMkLst>
            <pc:docMk/>
            <pc:sldMk cId="1735904471" sldId="266"/>
            <ac:grpSpMk id="76" creationId="{5DA864E4-AF6D-3947-49B8-E16329D236D5}"/>
          </ac:grpSpMkLst>
        </pc:grpChg>
        <pc:grpChg chg="add del">
          <ac:chgData name="Kailen Roa" userId="2ff02348ae94d9d8" providerId="LiveId" clId="{140FD670-EC2D-496C-9205-D262A29184BC}" dt="2026-01-20T10:43:40.405" v="4409" actId="26606"/>
          <ac:grpSpMkLst>
            <pc:docMk/>
            <pc:sldMk cId="1735904471" sldId="266"/>
            <ac:grpSpMk id="86" creationId="{43D3F524-3DA9-4E34-A8AE-A379EB7486AA}"/>
          </ac:grpSpMkLst>
        </pc:grpChg>
        <pc:grpChg chg="add del">
          <ac:chgData name="Kailen Roa" userId="2ff02348ae94d9d8" providerId="LiveId" clId="{140FD670-EC2D-496C-9205-D262A29184BC}" dt="2026-01-20T10:43:44.823" v="4411" actId="26606"/>
          <ac:grpSpMkLst>
            <pc:docMk/>
            <pc:sldMk cId="1735904471" sldId="266"/>
            <ac:grpSpMk id="96" creationId="{52494F00-2311-4F3B-9C5C-D0DC51F84F9F}"/>
          </ac:grpSpMkLst>
        </pc:grpChg>
        <pc:grpChg chg="del">
          <ac:chgData name="Kailen Roa" userId="2ff02348ae94d9d8" providerId="LiveId" clId="{140FD670-EC2D-496C-9205-D262A29184BC}" dt="2026-01-20T10:43:48.397" v="4413" actId="26606"/>
          <ac:grpSpMkLst>
            <pc:docMk/>
            <pc:sldMk cId="1735904471" sldId="266"/>
            <ac:grpSpMk id="104" creationId="{6DBB4B8F-57A2-4546-9449-6DBBA6E7C6CF}"/>
          </ac:grpSpMkLst>
        </pc:grpChg>
        <pc:grpChg chg="del">
          <ac:chgData name="Kailen Roa" userId="2ff02348ae94d9d8" providerId="LiveId" clId="{140FD670-EC2D-496C-9205-D262A29184BC}" dt="2026-01-20T10:43:53.876" v="4415" actId="26606"/>
          <ac:grpSpMkLst>
            <pc:docMk/>
            <pc:sldMk cId="1735904471" sldId="266"/>
            <ac:grpSpMk id="109" creationId="{43D3F524-3DA9-4E34-A8AE-A379EB7486AA}"/>
          </ac:grpSpMkLst>
        </pc:grpChg>
        <pc:grpChg chg="del">
          <ac:chgData name="Kailen Roa" userId="2ff02348ae94d9d8" providerId="LiveId" clId="{140FD670-EC2D-496C-9205-D262A29184BC}" dt="2026-01-20T10:43:57.625" v="4417" actId="26606"/>
          <ac:grpSpMkLst>
            <pc:docMk/>
            <pc:sldMk cId="1735904471" sldId="266"/>
            <ac:grpSpMk id="118" creationId="{6DBB4B8F-57A2-4546-9449-6DBBA6E7C6CF}"/>
          </ac:grpSpMkLst>
        </pc:grpChg>
        <pc:grpChg chg="del">
          <ac:chgData name="Kailen Roa" userId="2ff02348ae94d9d8" providerId="LiveId" clId="{140FD670-EC2D-496C-9205-D262A29184BC}" dt="2026-01-20T10:44:00.299" v="4419" actId="26606"/>
          <ac:grpSpMkLst>
            <pc:docMk/>
            <pc:sldMk cId="1735904471" sldId="266"/>
            <ac:grpSpMk id="123" creationId="{43D3F524-3DA9-4E34-A8AE-A379EB7486AA}"/>
          </ac:grpSpMkLst>
        </pc:grpChg>
        <pc:grpChg chg="add del">
          <ac:chgData name="Kailen Roa" userId="2ff02348ae94d9d8" providerId="LiveId" clId="{140FD670-EC2D-496C-9205-D262A29184BC}" dt="2026-01-20T10:44:20.790" v="4422" actId="26606"/>
          <ac:grpSpMkLst>
            <pc:docMk/>
            <pc:sldMk cId="1735904471" sldId="266"/>
            <ac:grpSpMk id="132" creationId="{52494F00-2311-4F3B-9C5C-D0DC51F84F9F}"/>
          </ac:grpSpMkLst>
        </pc:grpChg>
        <pc:grpChg chg="add">
          <ac:chgData name="Kailen Roa" userId="2ff02348ae94d9d8" providerId="LiveId" clId="{140FD670-EC2D-496C-9205-D262A29184BC}" dt="2026-01-20T10:44:20.790" v="4422" actId="26606"/>
          <ac:grpSpMkLst>
            <pc:docMk/>
            <pc:sldMk cId="1735904471" sldId="266"/>
            <ac:grpSpMk id="142" creationId="{52494F00-2311-4F3B-9C5C-D0DC51F84F9F}"/>
          </ac:grpSpMkLst>
        </pc:grpChg>
        <pc:picChg chg="add mod">
          <ac:chgData name="Kailen Roa" userId="2ff02348ae94d9d8" providerId="LiveId" clId="{140FD670-EC2D-496C-9205-D262A29184BC}" dt="2026-01-20T10:44:00.303" v="4420" actId="26606"/>
          <ac:picMkLst>
            <pc:docMk/>
            <pc:sldMk cId="1735904471" sldId="266"/>
            <ac:picMk id="5" creationId="{E1761E95-1FEA-6E2A-9987-2530772CFD2E}"/>
          </ac:picMkLst>
        </pc:picChg>
        <pc:picChg chg="del">
          <ac:chgData name="Kailen Roa" userId="2ff02348ae94d9d8" providerId="LiveId" clId="{140FD670-EC2D-496C-9205-D262A29184BC}" dt="2026-01-20T10:43:30.096" v="4404" actId="21"/>
          <ac:picMkLst>
            <pc:docMk/>
            <pc:sldMk cId="1735904471" sldId="266"/>
            <ac:picMk id="7" creationId="{3D1DC237-327D-9E20-DAE1-FDF0D48AD6F7}"/>
          </ac:picMkLst>
        </pc:picChg>
      </pc:sldChg>
      <pc:sldChg chg="new del">
        <pc:chgData name="Kailen Roa" userId="2ff02348ae94d9d8" providerId="LiveId" clId="{140FD670-EC2D-496C-9205-D262A29184BC}" dt="2026-01-20T10:29:24.959" v="4378" actId="680"/>
        <pc:sldMkLst>
          <pc:docMk/>
          <pc:sldMk cId="224939579" sldId="26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EDC2E3-1201-4D38-980B-8B925AA4E3F1}"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US"/>
        </a:p>
      </dgm:t>
    </dgm:pt>
    <dgm:pt modelId="{1FE711A0-C9A7-41F1-9CC5-DF0CCF559612}">
      <dgm:prSet/>
      <dgm:spPr/>
      <dgm:t>
        <a:bodyPr/>
        <a:lstStyle/>
        <a:p>
          <a:r>
            <a:rPr lang="en-US" b="1" dirty="0"/>
            <a:t>230 million people worldwide</a:t>
          </a:r>
          <a:r>
            <a:rPr lang="en-US" dirty="0"/>
            <a:t> suffer from atopic dermatitis.</a:t>
          </a:r>
        </a:p>
      </dgm:t>
    </dgm:pt>
    <dgm:pt modelId="{2D11B2DB-1A98-45DB-B276-397D874121E2}" type="parTrans" cxnId="{92D37A15-9DAE-49D3-9C9B-D10C8E293128}">
      <dgm:prSet/>
      <dgm:spPr/>
      <dgm:t>
        <a:bodyPr/>
        <a:lstStyle/>
        <a:p>
          <a:endParaRPr lang="en-US"/>
        </a:p>
      </dgm:t>
    </dgm:pt>
    <dgm:pt modelId="{6D833D5B-81C0-42AC-BDDA-5BB1DDEB1254}" type="sibTrans" cxnId="{92D37A15-9DAE-49D3-9C9B-D10C8E293128}">
      <dgm:prSet/>
      <dgm:spPr/>
      <dgm:t>
        <a:bodyPr/>
        <a:lstStyle/>
        <a:p>
          <a:endParaRPr lang="en-US"/>
        </a:p>
      </dgm:t>
    </dgm:pt>
    <dgm:pt modelId="{235055C1-6864-4DDD-BA4B-2C0A6972402A}">
      <dgm:prSet/>
      <dgm:spPr/>
      <dgm:t>
        <a:bodyPr/>
        <a:lstStyle/>
        <a:p>
          <a:r>
            <a:rPr lang="en-GB" dirty="0"/>
            <a:t>Around </a:t>
          </a:r>
          <a:r>
            <a:rPr lang="en-GB" b="1" dirty="0"/>
            <a:t>15–20% of children</a:t>
          </a:r>
          <a:r>
            <a:rPr lang="en-GB" dirty="0"/>
            <a:t> and </a:t>
          </a:r>
          <a:r>
            <a:rPr lang="en-GB" b="1" dirty="0"/>
            <a:t>7–10% of adults</a:t>
          </a:r>
          <a:r>
            <a:rPr lang="en-GB" dirty="0"/>
            <a:t> have eczema.</a:t>
          </a:r>
          <a:endParaRPr lang="en-US" dirty="0"/>
        </a:p>
      </dgm:t>
    </dgm:pt>
    <dgm:pt modelId="{5B777061-3E78-4BC8-A6FA-ADD1E3799BE0}" type="parTrans" cxnId="{00FCDAC5-AEDC-4679-8FED-4F6E367BED24}">
      <dgm:prSet/>
      <dgm:spPr/>
      <dgm:t>
        <a:bodyPr/>
        <a:lstStyle/>
        <a:p>
          <a:endParaRPr lang="en-US"/>
        </a:p>
      </dgm:t>
    </dgm:pt>
    <dgm:pt modelId="{F378C8A5-5714-48B4-8358-816675247705}" type="sibTrans" cxnId="{00FCDAC5-AEDC-4679-8FED-4F6E367BED24}">
      <dgm:prSet/>
      <dgm:spPr/>
      <dgm:t>
        <a:bodyPr/>
        <a:lstStyle/>
        <a:p>
          <a:endParaRPr lang="en-US"/>
        </a:p>
      </dgm:t>
    </dgm:pt>
    <dgm:pt modelId="{2C44688F-255F-4788-8B14-3F071A1B1568}">
      <dgm:prSet/>
      <dgm:spPr/>
      <dgm:t>
        <a:bodyPr/>
        <a:lstStyle/>
        <a:p>
          <a:r>
            <a:rPr lang="en-GB" dirty="0"/>
            <a:t>In the Netherlands, around </a:t>
          </a:r>
          <a:r>
            <a:rPr lang="en-GB" b="1" dirty="0"/>
            <a:t>2.5% of the population</a:t>
          </a:r>
          <a:r>
            <a:rPr lang="en-GB" dirty="0"/>
            <a:t> has atopic eczema</a:t>
          </a:r>
          <a:endParaRPr lang="en-US" dirty="0"/>
        </a:p>
      </dgm:t>
    </dgm:pt>
    <dgm:pt modelId="{F16CE056-C2CA-44B1-81C0-5CD5E433B2A9}" type="parTrans" cxnId="{8B8ECC0C-0DF8-4307-B66F-6FD395CB8E98}">
      <dgm:prSet/>
      <dgm:spPr/>
      <dgm:t>
        <a:bodyPr/>
        <a:lstStyle/>
        <a:p>
          <a:endParaRPr lang="en-US"/>
        </a:p>
      </dgm:t>
    </dgm:pt>
    <dgm:pt modelId="{A313D5E9-7D8C-4EC3-8F47-0AFC9C6CF46E}" type="sibTrans" cxnId="{8B8ECC0C-0DF8-4307-B66F-6FD395CB8E98}">
      <dgm:prSet/>
      <dgm:spPr/>
      <dgm:t>
        <a:bodyPr/>
        <a:lstStyle/>
        <a:p>
          <a:endParaRPr lang="en-US"/>
        </a:p>
      </dgm:t>
    </dgm:pt>
    <dgm:pt modelId="{FC60C3D2-148A-4096-B244-E1DCA1BA42BE}" type="pres">
      <dgm:prSet presAssocID="{A2EDC2E3-1201-4D38-980B-8B925AA4E3F1}" presName="Name0" presStyleCnt="0">
        <dgm:presLayoutVars>
          <dgm:chMax val="7"/>
          <dgm:chPref val="7"/>
          <dgm:dir/>
        </dgm:presLayoutVars>
      </dgm:prSet>
      <dgm:spPr/>
    </dgm:pt>
    <dgm:pt modelId="{E25231D3-8FD4-4D63-A704-954ABED3B5D8}" type="pres">
      <dgm:prSet presAssocID="{A2EDC2E3-1201-4D38-980B-8B925AA4E3F1}" presName="Name1" presStyleCnt="0"/>
      <dgm:spPr/>
    </dgm:pt>
    <dgm:pt modelId="{F5FF0A1C-685A-40BC-B141-09E4D3DC5081}" type="pres">
      <dgm:prSet presAssocID="{A2EDC2E3-1201-4D38-980B-8B925AA4E3F1}" presName="cycle" presStyleCnt="0"/>
      <dgm:spPr/>
    </dgm:pt>
    <dgm:pt modelId="{B3E59A75-4F58-4FA6-8880-7706DC02E06F}" type="pres">
      <dgm:prSet presAssocID="{A2EDC2E3-1201-4D38-980B-8B925AA4E3F1}" presName="srcNode" presStyleLbl="node1" presStyleIdx="0" presStyleCnt="3"/>
      <dgm:spPr/>
    </dgm:pt>
    <dgm:pt modelId="{2567F614-2613-400A-A10F-F7E0C8946087}" type="pres">
      <dgm:prSet presAssocID="{A2EDC2E3-1201-4D38-980B-8B925AA4E3F1}" presName="conn" presStyleLbl="parChTrans1D2" presStyleIdx="0" presStyleCnt="1"/>
      <dgm:spPr/>
    </dgm:pt>
    <dgm:pt modelId="{EBA0A43A-BE22-41D4-9026-057DE3EBB473}" type="pres">
      <dgm:prSet presAssocID="{A2EDC2E3-1201-4D38-980B-8B925AA4E3F1}" presName="extraNode" presStyleLbl="node1" presStyleIdx="0" presStyleCnt="3"/>
      <dgm:spPr/>
    </dgm:pt>
    <dgm:pt modelId="{DC9B88D7-0F04-4ECA-852E-4D81DCE89DB9}" type="pres">
      <dgm:prSet presAssocID="{A2EDC2E3-1201-4D38-980B-8B925AA4E3F1}" presName="dstNode" presStyleLbl="node1" presStyleIdx="0" presStyleCnt="3"/>
      <dgm:spPr/>
    </dgm:pt>
    <dgm:pt modelId="{B3C087B3-6A62-4D59-B573-DC5978CB4748}" type="pres">
      <dgm:prSet presAssocID="{1FE711A0-C9A7-41F1-9CC5-DF0CCF559612}" presName="text_1" presStyleLbl="node1" presStyleIdx="0" presStyleCnt="3">
        <dgm:presLayoutVars>
          <dgm:bulletEnabled val="1"/>
        </dgm:presLayoutVars>
      </dgm:prSet>
      <dgm:spPr/>
    </dgm:pt>
    <dgm:pt modelId="{5ACC4FE0-EDF8-4B98-BE53-E1E3957286C9}" type="pres">
      <dgm:prSet presAssocID="{1FE711A0-C9A7-41F1-9CC5-DF0CCF559612}" presName="accent_1" presStyleCnt="0"/>
      <dgm:spPr/>
    </dgm:pt>
    <dgm:pt modelId="{E3E6CEA0-FDD5-4F1E-92F1-2474817F3184}" type="pres">
      <dgm:prSet presAssocID="{1FE711A0-C9A7-41F1-9CC5-DF0CCF559612}" presName="accentRepeatNode" presStyleLbl="solidFgAcc1" presStyleIdx="0" presStyleCnt="3"/>
      <dgm:spPr/>
    </dgm:pt>
    <dgm:pt modelId="{7CB575D7-4173-46ED-94D2-07A257203F47}" type="pres">
      <dgm:prSet presAssocID="{235055C1-6864-4DDD-BA4B-2C0A6972402A}" presName="text_2" presStyleLbl="node1" presStyleIdx="1" presStyleCnt="3">
        <dgm:presLayoutVars>
          <dgm:bulletEnabled val="1"/>
        </dgm:presLayoutVars>
      </dgm:prSet>
      <dgm:spPr/>
    </dgm:pt>
    <dgm:pt modelId="{D8AE98AF-92DE-4EA3-8CD1-22300D3294D5}" type="pres">
      <dgm:prSet presAssocID="{235055C1-6864-4DDD-BA4B-2C0A6972402A}" presName="accent_2" presStyleCnt="0"/>
      <dgm:spPr/>
    </dgm:pt>
    <dgm:pt modelId="{AEA9FBF4-EF8B-46BB-9372-A5A5581924F9}" type="pres">
      <dgm:prSet presAssocID="{235055C1-6864-4DDD-BA4B-2C0A6972402A}" presName="accentRepeatNode" presStyleLbl="solidFgAcc1" presStyleIdx="1" presStyleCnt="3"/>
      <dgm:spPr/>
    </dgm:pt>
    <dgm:pt modelId="{DF3A21F7-1874-40A5-874A-825B609D3930}" type="pres">
      <dgm:prSet presAssocID="{2C44688F-255F-4788-8B14-3F071A1B1568}" presName="text_3" presStyleLbl="node1" presStyleIdx="2" presStyleCnt="3">
        <dgm:presLayoutVars>
          <dgm:bulletEnabled val="1"/>
        </dgm:presLayoutVars>
      </dgm:prSet>
      <dgm:spPr/>
    </dgm:pt>
    <dgm:pt modelId="{545AAD9C-AB75-4DBA-BBF6-D82A791577D5}" type="pres">
      <dgm:prSet presAssocID="{2C44688F-255F-4788-8B14-3F071A1B1568}" presName="accent_3" presStyleCnt="0"/>
      <dgm:spPr/>
    </dgm:pt>
    <dgm:pt modelId="{2B09A909-D46C-4E79-82E7-6140AA46DFB3}" type="pres">
      <dgm:prSet presAssocID="{2C44688F-255F-4788-8B14-3F071A1B1568}" presName="accentRepeatNode" presStyleLbl="solidFgAcc1" presStyleIdx="2" presStyleCnt="3"/>
      <dgm:spPr/>
    </dgm:pt>
  </dgm:ptLst>
  <dgm:cxnLst>
    <dgm:cxn modelId="{8B8ECC0C-0DF8-4307-B66F-6FD395CB8E98}" srcId="{A2EDC2E3-1201-4D38-980B-8B925AA4E3F1}" destId="{2C44688F-255F-4788-8B14-3F071A1B1568}" srcOrd="2" destOrd="0" parTransId="{F16CE056-C2CA-44B1-81C0-5CD5E433B2A9}" sibTransId="{A313D5E9-7D8C-4EC3-8F47-0AFC9C6CF46E}"/>
    <dgm:cxn modelId="{92D37A15-9DAE-49D3-9C9B-D10C8E293128}" srcId="{A2EDC2E3-1201-4D38-980B-8B925AA4E3F1}" destId="{1FE711A0-C9A7-41F1-9CC5-DF0CCF559612}" srcOrd="0" destOrd="0" parTransId="{2D11B2DB-1A98-45DB-B276-397D874121E2}" sibTransId="{6D833D5B-81C0-42AC-BDDA-5BB1DDEB1254}"/>
    <dgm:cxn modelId="{9EC04B3A-8916-4718-AF76-E0ED7EB0DD2E}" type="presOf" srcId="{235055C1-6864-4DDD-BA4B-2C0A6972402A}" destId="{7CB575D7-4173-46ED-94D2-07A257203F47}" srcOrd="0" destOrd="0" presId="urn:microsoft.com/office/officeart/2008/layout/VerticalCurvedList"/>
    <dgm:cxn modelId="{5AFCFA5B-A0E5-4E76-A349-2911E4F03066}" type="presOf" srcId="{2C44688F-255F-4788-8B14-3F071A1B1568}" destId="{DF3A21F7-1874-40A5-874A-825B609D3930}" srcOrd="0" destOrd="0" presId="urn:microsoft.com/office/officeart/2008/layout/VerticalCurvedList"/>
    <dgm:cxn modelId="{880F624C-CB0B-43E4-822E-01403678A640}" type="presOf" srcId="{1FE711A0-C9A7-41F1-9CC5-DF0CCF559612}" destId="{B3C087B3-6A62-4D59-B573-DC5978CB4748}" srcOrd="0" destOrd="0" presId="urn:microsoft.com/office/officeart/2008/layout/VerticalCurvedList"/>
    <dgm:cxn modelId="{9C43EEAC-B141-41D6-BF99-08C1222F0529}" type="presOf" srcId="{A2EDC2E3-1201-4D38-980B-8B925AA4E3F1}" destId="{FC60C3D2-148A-4096-B244-E1DCA1BA42BE}" srcOrd="0" destOrd="0" presId="urn:microsoft.com/office/officeart/2008/layout/VerticalCurvedList"/>
    <dgm:cxn modelId="{00FCDAC5-AEDC-4679-8FED-4F6E367BED24}" srcId="{A2EDC2E3-1201-4D38-980B-8B925AA4E3F1}" destId="{235055C1-6864-4DDD-BA4B-2C0A6972402A}" srcOrd="1" destOrd="0" parTransId="{5B777061-3E78-4BC8-A6FA-ADD1E3799BE0}" sibTransId="{F378C8A5-5714-48B4-8358-816675247705}"/>
    <dgm:cxn modelId="{39177EFA-C7C3-4523-B68C-EA9B59F4E9E4}" type="presOf" srcId="{6D833D5B-81C0-42AC-BDDA-5BB1DDEB1254}" destId="{2567F614-2613-400A-A10F-F7E0C8946087}" srcOrd="0" destOrd="0" presId="urn:microsoft.com/office/officeart/2008/layout/VerticalCurvedList"/>
    <dgm:cxn modelId="{E8B9BAFC-51A9-413C-A7E4-A604514C6850}" type="presParOf" srcId="{FC60C3D2-148A-4096-B244-E1DCA1BA42BE}" destId="{E25231D3-8FD4-4D63-A704-954ABED3B5D8}" srcOrd="0" destOrd="0" presId="urn:microsoft.com/office/officeart/2008/layout/VerticalCurvedList"/>
    <dgm:cxn modelId="{2C654322-DEE1-4AEF-A7F4-FEF49AE09D67}" type="presParOf" srcId="{E25231D3-8FD4-4D63-A704-954ABED3B5D8}" destId="{F5FF0A1C-685A-40BC-B141-09E4D3DC5081}" srcOrd="0" destOrd="0" presId="urn:microsoft.com/office/officeart/2008/layout/VerticalCurvedList"/>
    <dgm:cxn modelId="{6BBA4000-3654-4AE7-88CF-665B2C2F9A22}" type="presParOf" srcId="{F5FF0A1C-685A-40BC-B141-09E4D3DC5081}" destId="{B3E59A75-4F58-4FA6-8880-7706DC02E06F}" srcOrd="0" destOrd="0" presId="urn:microsoft.com/office/officeart/2008/layout/VerticalCurvedList"/>
    <dgm:cxn modelId="{AAFDA8F5-FA57-4B17-A544-60E16CC393FD}" type="presParOf" srcId="{F5FF0A1C-685A-40BC-B141-09E4D3DC5081}" destId="{2567F614-2613-400A-A10F-F7E0C8946087}" srcOrd="1" destOrd="0" presId="urn:microsoft.com/office/officeart/2008/layout/VerticalCurvedList"/>
    <dgm:cxn modelId="{594280F0-6138-4E4D-B083-5CBC430F349C}" type="presParOf" srcId="{F5FF0A1C-685A-40BC-B141-09E4D3DC5081}" destId="{EBA0A43A-BE22-41D4-9026-057DE3EBB473}" srcOrd="2" destOrd="0" presId="urn:microsoft.com/office/officeart/2008/layout/VerticalCurvedList"/>
    <dgm:cxn modelId="{92557746-15F1-449B-B1D8-73ADA1E57CC0}" type="presParOf" srcId="{F5FF0A1C-685A-40BC-B141-09E4D3DC5081}" destId="{DC9B88D7-0F04-4ECA-852E-4D81DCE89DB9}" srcOrd="3" destOrd="0" presId="urn:microsoft.com/office/officeart/2008/layout/VerticalCurvedList"/>
    <dgm:cxn modelId="{574B21D3-1890-4B23-B219-6629AC500F53}" type="presParOf" srcId="{E25231D3-8FD4-4D63-A704-954ABED3B5D8}" destId="{B3C087B3-6A62-4D59-B573-DC5978CB4748}" srcOrd="1" destOrd="0" presId="urn:microsoft.com/office/officeart/2008/layout/VerticalCurvedList"/>
    <dgm:cxn modelId="{5305749A-02B3-4802-88CA-6E26B841900F}" type="presParOf" srcId="{E25231D3-8FD4-4D63-A704-954ABED3B5D8}" destId="{5ACC4FE0-EDF8-4B98-BE53-E1E3957286C9}" srcOrd="2" destOrd="0" presId="urn:microsoft.com/office/officeart/2008/layout/VerticalCurvedList"/>
    <dgm:cxn modelId="{06A56D35-27B1-40AE-B419-87B0C39FCDB7}" type="presParOf" srcId="{5ACC4FE0-EDF8-4B98-BE53-E1E3957286C9}" destId="{E3E6CEA0-FDD5-4F1E-92F1-2474817F3184}" srcOrd="0" destOrd="0" presId="urn:microsoft.com/office/officeart/2008/layout/VerticalCurvedList"/>
    <dgm:cxn modelId="{97B9C2E3-D928-4973-ADCD-AA8719E5CE8D}" type="presParOf" srcId="{E25231D3-8FD4-4D63-A704-954ABED3B5D8}" destId="{7CB575D7-4173-46ED-94D2-07A257203F47}" srcOrd="3" destOrd="0" presId="urn:microsoft.com/office/officeart/2008/layout/VerticalCurvedList"/>
    <dgm:cxn modelId="{1A051C53-B95C-42D8-BED4-1B55BB4C807A}" type="presParOf" srcId="{E25231D3-8FD4-4D63-A704-954ABED3B5D8}" destId="{D8AE98AF-92DE-4EA3-8CD1-22300D3294D5}" srcOrd="4" destOrd="0" presId="urn:microsoft.com/office/officeart/2008/layout/VerticalCurvedList"/>
    <dgm:cxn modelId="{E497E050-F7A6-459D-A509-12E2BCFD98C5}" type="presParOf" srcId="{D8AE98AF-92DE-4EA3-8CD1-22300D3294D5}" destId="{AEA9FBF4-EF8B-46BB-9372-A5A5581924F9}" srcOrd="0" destOrd="0" presId="urn:microsoft.com/office/officeart/2008/layout/VerticalCurvedList"/>
    <dgm:cxn modelId="{ED18F8CE-F6C0-4383-A034-4768465AF302}" type="presParOf" srcId="{E25231D3-8FD4-4D63-A704-954ABED3B5D8}" destId="{DF3A21F7-1874-40A5-874A-825B609D3930}" srcOrd="5" destOrd="0" presId="urn:microsoft.com/office/officeart/2008/layout/VerticalCurvedList"/>
    <dgm:cxn modelId="{58E591E3-8161-49D8-A8B8-FB3F1E850605}" type="presParOf" srcId="{E25231D3-8FD4-4D63-A704-954ABED3B5D8}" destId="{545AAD9C-AB75-4DBA-BBF6-D82A791577D5}" srcOrd="6" destOrd="0" presId="urn:microsoft.com/office/officeart/2008/layout/VerticalCurvedList"/>
    <dgm:cxn modelId="{DD3BBB16-C11B-4E0D-800E-CCDB63009C09}" type="presParOf" srcId="{545AAD9C-AB75-4DBA-BBF6-D82A791577D5}" destId="{2B09A909-D46C-4E79-82E7-6140AA46DFB3}"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67F614-2613-400A-A10F-F7E0C8946087}">
      <dsp:nvSpPr>
        <dsp:cNvPr id="0" name=""/>
        <dsp:cNvSpPr/>
      </dsp:nvSpPr>
      <dsp:spPr>
        <a:xfrm>
          <a:off x="-6227101" y="-952933"/>
          <a:ext cx="7414781" cy="7414781"/>
        </a:xfrm>
        <a:prstGeom prst="blockArc">
          <a:avLst>
            <a:gd name="adj1" fmla="val 18900000"/>
            <a:gd name="adj2" fmla="val 2700000"/>
            <a:gd name="adj3" fmla="val 291"/>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C087B3-6A62-4D59-B573-DC5978CB4748}">
      <dsp:nvSpPr>
        <dsp:cNvPr id="0" name=""/>
        <dsp:cNvSpPr/>
      </dsp:nvSpPr>
      <dsp:spPr>
        <a:xfrm>
          <a:off x="764637" y="550891"/>
          <a:ext cx="6042691" cy="110178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540" tIns="66040" rIns="66040" bIns="66040" numCol="1" spcCol="1270" anchor="ctr" anchorCtr="0">
          <a:noAutofit/>
        </a:bodyPr>
        <a:lstStyle/>
        <a:p>
          <a:pPr marL="0" lvl="0" indent="0" algn="l" defTabSz="1155700">
            <a:lnSpc>
              <a:spcPct val="90000"/>
            </a:lnSpc>
            <a:spcBef>
              <a:spcPct val="0"/>
            </a:spcBef>
            <a:spcAft>
              <a:spcPct val="35000"/>
            </a:spcAft>
            <a:buNone/>
          </a:pPr>
          <a:r>
            <a:rPr lang="en-US" sz="2600" b="1" kern="1200" dirty="0"/>
            <a:t>230 million people worldwide</a:t>
          </a:r>
          <a:r>
            <a:rPr lang="en-US" sz="2600" kern="1200" dirty="0"/>
            <a:t> suffer from atopic dermatitis.</a:t>
          </a:r>
        </a:p>
      </dsp:txBody>
      <dsp:txXfrm>
        <a:off x="764637" y="550891"/>
        <a:ext cx="6042691" cy="1101783"/>
      </dsp:txXfrm>
    </dsp:sp>
    <dsp:sp modelId="{E3E6CEA0-FDD5-4F1E-92F1-2474817F3184}">
      <dsp:nvSpPr>
        <dsp:cNvPr id="0" name=""/>
        <dsp:cNvSpPr/>
      </dsp:nvSpPr>
      <dsp:spPr>
        <a:xfrm>
          <a:off x="76023" y="413168"/>
          <a:ext cx="1377228" cy="1377228"/>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CB575D7-4173-46ED-94D2-07A257203F47}">
      <dsp:nvSpPr>
        <dsp:cNvPr id="0" name=""/>
        <dsp:cNvSpPr/>
      </dsp:nvSpPr>
      <dsp:spPr>
        <a:xfrm>
          <a:off x="1165135" y="2203566"/>
          <a:ext cx="5642193" cy="1101783"/>
        </a:xfrm>
        <a:prstGeom prst="rect">
          <a:avLst/>
        </a:prstGeom>
        <a:solidFill>
          <a:schemeClr val="accent3">
            <a:hueOff val="-807863"/>
            <a:satOff val="22863"/>
            <a:lumOff val="-1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540" tIns="66040" rIns="66040" bIns="66040" numCol="1" spcCol="1270" anchor="ctr" anchorCtr="0">
          <a:noAutofit/>
        </a:bodyPr>
        <a:lstStyle/>
        <a:p>
          <a:pPr marL="0" lvl="0" indent="0" algn="l" defTabSz="1155700">
            <a:lnSpc>
              <a:spcPct val="90000"/>
            </a:lnSpc>
            <a:spcBef>
              <a:spcPct val="0"/>
            </a:spcBef>
            <a:spcAft>
              <a:spcPct val="35000"/>
            </a:spcAft>
            <a:buNone/>
          </a:pPr>
          <a:r>
            <a:rPr lang="en-GB" sz="2600" kern="1200" dirty="0"/>
            <a:t>Around </a:t>
          </a:r>
          <a:r>
            <a:rPr lang="en-GB" sz="2600" b="1" kern="1200" dirty="0"/>
            <a:t>15–20% of children</a:t>
          </a:r>
          <a:r>
            <a:rPr lang="en-GB" sz="2600" kern="1200" dirty="0"/>
            <a:t> and </a:t>
          </a:r>
          <a:r>
            <a:rPr lang="en-GB" sz="2600" b="1" kern="1200" dirty="0"/>
            <a:t>7–10% of adults</a:t>
          </a:r>
          <a:r>
            <a:rPr lang="en-GB" sz="2600" kern="1200" dirty="0"/>
            <a:t> have eczema.</a:t>
          </a:r>
          <a:endParaRPr lang="en-US" sz="2600" kern="1200" dirty="0"/>
        </a:p>
      </dsp:txBody>
      <dsp:txXfrm>
        <a:off x="1165135" y="2203566"/>
        <a:ext cx="5642193" cy="1101783"/>
      </dsp:txXfrm>
    </dsp:sp>
    <dsp:sp modelId="{AEA9FBF4-EF8B-46BB-9372-A5A5581924F9}">
      <dsp:nvSpPr>
        <dsp:cNvPr id="0" name=""/>
        <dsp:cNvSpPr/>
      </dsp:nvSpPr>
      <dsp:spPr>
        <a:xfrm>
          <a:off x="476521" y="2065843"/>
          <a:ext cx="1377228" cy="1377228"/>
        </a:xfrm>
        <a:prstGeom prst="ellipse">
          <a:avLst/>
        </a:prstGeom>
        <a:solidFill>
          <a:schemeClr val="lt1">
            <a:hueOff val="0"/>
            <a:satOff val="0"/>
            <a:lumOff val="0"/>
            <a:alphaOff val="0"/>
          </a:schemeClr>
        </a:solidFill>
        <a:ln w="12700" cap="flat" cmpd="sng" algn="ctr">
          <a:solidFill>
            <a:schemeClr val="accent3">
              <a:hueOff val="-807863"/>
              <a:satOff val="22863"/>
              <a:lumOff val="-13922"/>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3A21F7-1874-40A5-874A-825B609D3930}">
      <dsp:nvSpPr>
        <dsp:cNvPr id="0" name=""/>
        <dsp:cNvSpPr/>
      </dsp:nvSpPr>
      <dsp:spPr>
        <a:xfrm>
          <a:off x="764637" y="3856240"/>
          <a:ext cx="6042691" cy="1101783"/>
        </a:xfrm>
        <a:prstGeom prst="rect">
          <a:avLst/>
        </a:prstGeom>
        <a:solidFill>
          <a:schemeClr val="accent3">
            <a:hueOff val="-1615725"/>
            <a:satOff val="45726"/>
            <a:lumOff val="-2784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540" tIns="66040" rIns="66040" bIns="66040" numCol="1" spcCol="1270" anchor="ctr" anchorCtr="0">
          <a:noAutofit/>
        </a:bodyPr>
        <a:lstStyle/>
        <a:p>
          <a:pPr marL="0" lvl="0" indent="0" algn="l" defTabSz="1155700">
            <a:lnSpc>
              <a:spcPct val="90000"/>
            </a:lnSpc>
            <a:spcBef>
              <a:spcPct val="0"/>
            </a:spcBef>
            <a:spcAft>
              <a:spcPct val="35000"/>
            </a:spcAft>
            <a:buNone/>
          </a:pPr>
          <a:r>
            <a:rPr lang="en-GB" sz="2600" kern="1200" dirty="0"/>
            <a:t>In the Netherlands, around </a:t>
          </a:r>
          <a:r>
            <a:rPr lang="en-GB" sz="2600" b="1" kern="1200" dirty="0"/>
            <a:t>2.5% of the population</a:t>
          </a:r>
          <a:r>
            <a:rPr lang="en-GB" sz="2600" kern="1200" dirty="0"/>
            <a:t> has atopic eczema</a:t>
          </a:r>
          <a:endParaRPr lang="en-US" sz="2600" kern="1200" dirty="0"/>
        </a:p>
      </dsp:txBody>
      <dsp:txXfrm>
        <a:off x="764637" y="3856240"/>
        <a:ext cx="6042691" cy="1101783"/>
      </dsp:txXfrm>
    </dsp:sp>
    <dsp:sp modelId="{2B09A909-D46C-4E79-82E7-6140AA46DFB3}">
      <dsp:nvSpPr>
        <dsp:cNvPr id="0" name=""/>
        <dsp:cNvSpPr/>
      </dsp:nvSpPr>
      <dsp:spPr>
        <a:xfrm>
          <a:off x="76023" y="3718517"/>
          <a:ext cx="1377228" cy="1377228"/>
        </a:xfrm>
        <a:prstGeom prst="ellipse">
          <a:avLst/>
        </a:prstGeom>
        <a:solidFill>
          <a:schemeClr val="lt1">
            <a:hueOff val="0"/>
            <a:satOff val="0"/>
            <a:lumOff val="0"/>
            <a:alphaOff val="0"/>
          </a:schemeClr>
        </a:solidFill>
        <a:ln w="12700" cap="flat" cmpd="sng" algn="ctr">
          <a:solidFill>
            <a:schemeClr val="accent3">
              <a:hueOff val="-1615725"/>
              <a:satOff val="45726"/>
              <a:lumOff val="-27844"/>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E5F080-7829-4CF2-B6AA-1DE30F0155F6}" type="datetimeFigureOut">
              <a:rPr lang="en-NL" smtClean="0"/>
              <a:t>21/01/2026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33F743-86D7-442B-A16B-3DA5D3A85AED}" type="slidenum">
              <a:rPr lang="en-NL" smtClean="0"/>
              <a:t>‹#›</a:t>
            </a:fld>
            <a:endParaRPr lang="en-NL"/>
          </a:p>
        </p:txBody>
      </p:sp>
    </p:spTree>
    <p:extLst>
      <p:ext uri="{BB962C8B-B14F-4D97-AF65-F5344CB8AC3E}">
        <p14:creationId xmlns:p14="http://schemas.microsoft.com/office/powerpoint/2010/main" val="483412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2833F743-86D7-442B-A16B-3DA5D3A85AED}" type="slidenum">
              <a:rPr lang="en-NL" smtClean="0"/>
              <a:t>4</a:t>
            </a:fld>
            <a:endParaRPr lang="en-NL"/>
          </a:p>
        </p:txBody>
      </p:sp>
    </p:spTree>
    <p:extLst>
      <p:ext uri="{BB962C8B-B14F-4D97-AF65-F5344CB8AC3E}">
        <p14:creationId xmlns:p14="http://schemas.microsoft.com/office/powerpoint/2010/main" val="1146895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0F28B-45E3-4585-87E3-73838692A70B}"/>
              </a:ext>
            </a:extLst>
          </p:cNvPr>
          <p:cNvSpPr>
            <a:spLocks noGrp="1"/>
          </p:cNvSpPr>
          <p:nvPr>
            <p:ph type="ctrTitle"/>
          </p:nvPr>
        </p:nvSpPr>
        <p:spPr>
          <a:xfrm>
            <a:off x="457200" y="668049"/>
            <a:ext cx="7626795" cy="2841914"/>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F755B0-E17A-4B52-A99D-C35BB18BB2D0}"/>
              </a:ext>
            </a:extLst>
          </p:cNvPr>
          <p:cNvSpPr>
            <a:spLocks noGrp="1"/>
          </p:cNvSpPr>
          <p:nvPr>
            <p:ph type="subTitle" idx="1"/>
          </p:nvPr>
        </p:nvSpPr>
        <p:spPr>
          <a:xfrm>
            <a:off x="457200" y="3602038"/>
            <a:ext cx="7626795" cy="250172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8390C28-805B-4DA6-A10E-651C0FD01716}"/>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5" name="Footer Placeholder 4">
            <a:extLst>
              <a:ext uri="{FF2B5EF4-FFF2-40B4-BE49-F238E27FC236}">
                <a16:creationId xmlns:a16="http://schemas.microsoft.com/office/drawing/2014/main" id="{0D5EBBA9-C52F-4628-AE0D-DCD1772F91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5BAC57-F8E1-4B54-A111-CB53B32031AB}"/>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34560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2C84-1247-4534-81D1-136C3E1EBB0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048D490-CEA6-4844-A537-F749658D37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1DAEFC9-887F-4E73-9938-6032D52864AA}"/>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5" name="Footer Placeholder 4">
            <a:extLst>
              <a:ext uri="{FF2B5EF4-FFF2-40B4-BE49-F238E27FC236}">
                <a16:creationId xmlns:a16="http://schemas.microsoft.com/office/drawing/2014/main" id="{ABFCF0CF-134A-404E-A177-9FAAA039F8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1B0DC-2D2C-408B-A577-904A2385C0AA}"/>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777176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55431-EF88-4771-9699-27EF70A55112}"/>
              </a:ext>
            </a:extLst>
          </p:cNvPr>
          <p:cNvSpPr>
            <a:spLocks noGrp="1"/>
          </p:cNvSpPr>
          <p:nvPr>
            <p:ph type="title"/>
          </p:nvPr>
        </p:nvSpPr>
        <p:spPr>
          <a:xfrm>
            <a:off x="457200" y="668050"/>
            <a:ext cx="7673389" cy="3816588"/>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DAF57C3-A928-4093-B3FC-ECC2194AE9E9}"/>
              </a:ext>
            </a:extLst>
          </p:cNvPr>
          <p:cNvSpPr>
            <a:spLocks noGrp="1"/>
          </p:cNvSpPr>
          <p:nvPr>
            <p:ph type="body" idx="1"/>
          </p:nvPr>
        </p:nvSpPr>
        <p:spPr>
          <a:xfrm>
            <a:off x="457200" y="4589463"/>
            <a:ext cx="7673389"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BFD625-A893-46D3-A518-9E969CB4FE54}"/>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5" name="Footer Placeholder 4">
            <a:extLst>
              <a:ext uri="{FF2B5EF4-FFF2-40B4-BE49-F238E27FC236}">
                <a16:creationId xmlns:a16="http://schemas.microsoft.com/office/drawing/2014/main" id="{FFCAD37A-B380-4B65-9FB9-3FB914120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E773B6-CD13-4451-9BF3-C4102BA5E899}"/>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522771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1FBD0A-9F7B-4EBB-9982-B55F5F9806C4}"/>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1" name="Color Fill">
            <a:extLst>
              <a:ext uri="{FF2B5EF4-FFF2-40B4-BE49-F238E27FC236}">
                <a16:creationId xmlns:a16="http://schemas.microsoft.com/office/drawing/2014/main" id="{88CFF0B8-0BA9-4DD9-B7B2-0655DC8419A8}"/>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4" name="Group 13">
            <a:extLst>
              <a:ext uri="{FF2B5EF4-FFF2-40B4-BE49-F238E27FC236}">
                <a16:creationId xmlns:a16="http://schemas.microsoft.com/office/drawing/2014/main" id="{C77B910E-9B87-4291-987B-6883212CBAEC}"/>
              </a:ext>
              <a:ext uri="{C183D7F6-B498-43B3-948B-1728B52AA6E4}">
                <adec:decorative xmlns:adec="http://schemas.microsoft.com/office/drawing/2017/decorative" val="1"/>
              </a:ext>
            </a:extLst>
          </p:cNvPr>
          <p:cNvGrpSpPr/>
          <p:nvPr/>
        </p:nvGrpSpPr>
        <p:grpSpPr>
          <a:xfrm>
            <a:off x="11151383" y="2767655"/>
            <a:ext cx="1040617" cy="2833045"/>
            <a:chOff x="11151383" y="2767655"/>
            <a:chExt cx="1040617" cy="2833045"/>
          </a:xfrm>
        </p:grpSpPr>
        <p:sp>
          <p:nvSpPr>
            <p:cNvPr id="15" name="Oval 14">
              <a:extLst>
                <a:ext uri="{FF2B5EF4-FFF2-40B4-BE49-F238E27FC236}">
                  <a16:creationId xmlns:a16="http://schemas.microsoft.com/office/drawing/2014/main" id="{05596CF7-55B3-409D-A36C-F5BE9D625628}"/>
                </a:ext>
              </a:extLst>
            </p:cNvPr>
            <p:cNvSpPr/>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92245D23-45D8-474C-8A38-633E99962676}"/>
                </a:ext>
              </a:extLst>
            </p:cNvPr>
            <p:cNvSpPr/>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8" name="Freeform: Shape 17">
              <a:extLst>
                <a:ext uri="{FF2B5EF4-FFF2-40B4-BE49-F238E27FC236}">
                  <a16:creationId xmlns:a16="http://schemas.microsoft.com/office/drawing/2014/main" id="{918A8D14-28CA-4095-B2FA-E48B3150AD1B}"/>
                </a:ext>
                <a:ext uri="{C183D7F6-B498-43B3-948B-1728B52AA6E4}">
                  <adec:decorative xmlns:adec="http://schemas.microsoft.com/office/drawing/2017/decorative" val="1"/>
                </a:ext>
              </a:extLst>
            </p:cNvPr>
            <p:cNvSpPr/>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grpSp>
      <p:sp>
        <p:nvSpPr>
          <p:cNvPr id="13" name="Texture">
            <a:extLst>
              <a:ext uri="{FF2B5EF4-FFF2-40B4-BE49-F238E27FC236}">
                <a16:creationId xmlns:a16="http://schemas.microsoft.com/office/drawing/2014/main" id="{1D1F176A-19F1-4537-800D-210F29EC1AC2}"/>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0A04C26-6125-4D95-9FC0-50DEB9419E63}"/>
              </a:ext>
            </a:extLst>
          </p:cNvPr>
          <p:cNvSpPr>
            <a:spLocks noGrp="1"/>
          </p:cNvSpPr>
          <p:nvPr>
            <p:ph type="title"/>
          </p:nvPr>
        </p:nvSpPr>
        <p:spPr>
          <a:xfrm>
            <a:off x="457200" y="668049"/>
            <a:ext cx="10451534" cy="159174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535401A-13E5-4CED-864F-06D6EECCBCAA}"/>
              </a:ext>
            </a:extLst>
          </p:cNvPr>
          <p:cNvSpPr>
            <a:spLocks noGrp="1"/>
          </p:cNvSpPr>
          <p:nvPr>
            <p:ph sz="half" idx="1"/>
          </p:nvPr>
        </p:nvSpPr>
        <p:spPr>
          <a:xfrm>
            <a:off x="457200" y="2341329"/>
            <a:ext cx="5562600" cy="38356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C513523-8F78-4766-91D7-03E329B6833A}"/>
              </a:ext>
            </a:extLst>
          </p:cNvPr>
          <p:cNvSpPr>
            <a:spLocks noGrp="1"/>
          </p:cNvSpPr>
          <p:nvPr>
            <p:ph sz="half" idx="2"/>
          </p:nvPr>
        </p:nvSpPr>
        <p:spPr>
          <a:xfrm>
            <a:off x="6172200" y="2341329"/>
            <a:ext cx="4736534" cy="38356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E5B757F-BAD2-4343-BD57-FC02D0BE19EC}"/>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6" name="Footer Placeholder 5">
            <a:extLst>
              <a:ext uri="{FF2B5EF4-FFF2-40B4-BE49-F238E27FC236}">
                <a16:creationId xmlns:a16="http://schemas.microsoft.com/office/drawing/2014/main" id="{5A30EF3C-A61E-4F43-9C8F-BC9A6455C6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19D947-1DC8-4CE9-A031-6EEB776BD0BF}"/>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156839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5BFA9BB-A51E-4D09-8602-5AD9010463BA}"/>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3" name="Color Fill">
            <a:extLst>
              <a:ext uri="{FF2B5EF4-FFF2-40B4-BE49-F238E27FC236}">
                <a16:creationId xmlns:a16="http://schemas.microsoft.com/office/drawing/2014/main" id="{A60257A1-779B-4048-BC0D-1EA579B5B1C5}"/>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6" name="Group 15">
            <a:extLst>
              <a:ext uri="{FF2B5EF4-FFF2-40B4-BE49-F238E27FC236}">
                <a16:creationId xmlns:a16="http://schemas.microsoft.com/office/drawing/2014/main" id="{38F4B5D0-AA24-4702-9C01-FC1A03E7B607}"/>
              </a:ext>
              <a:ext uri="{C183D7F6-B498-43B3-948B-1728B52AA6E4}">
                <adec:decorative xmlns:adec="http://schemas.microsoft.com/office/drawing/2017/decorative" val="1"/>
              </a:ext>
            </a:extLst>
          </p:cNvPr>
          <p:cNvGrpSpPr/>
          <p:nvPr/>
        </p:nvGrpSpPr>
        <p:grpSpPr>
          <a:xfrm>
            <a:off x="11151383" y="2767655"/>
            <a:ext cx="1040617" cy="2833045"/>
            <a:chOff x="11151383" y="2767655"/>
            <a:chExt cx="1040617" cy="2833045"/>
          </a:xfrm>
        </p:grpSpPr>
        <p:sp>
          <p:nvSpPr>
            <p:cNvPr id="17" name="Oval 16">
              <a:extLst>
                <a:ext uri="{FF2B5EF4-FFF2-40B4-BE49-F238E27FC236}">
                  <a16:creationId xmlns:a16="http://schemas.microsoft.com/office/drawing/2014/main" id="{29CBF9BD-1EB2-4122-98FE-F2B5DF8771C9}"/>
                </a:ext>
              </a:extLst>
            </p:cNvPr>
            <p:cNvSpPr/>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7C41FF89-01DF-4236-AA4D-243CB8A464B3}"/>
                </a:ext>
              </a:extLst>
            </p:cNvPr>
            <p:cNvSpPr/>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9" name="Freeform: Shape 18">
              <a:extLst>
                <a:ext uri="{FF2B5EF4-FFF2-40B4-BE49-F238E27FC236}">
                  <a16:creationId xmlns:a16="http://schemas.microsoft.com/office/drawing/2014/main" id="{FD03BB88-350D-4DE0-BB34-870F64356890}"/>
                </a:ext>
                <a:ext uri="{C183D7F6-B498-43B3-948B-1728B52AA6E4}">
                  <adec:decorative xmlns:adec="http://schemas.microsoft.com/office/drawing/2017/decorative" val="1"/>
                </a:ext>
              </a:extLst>
            </p:cNvPr>
            <p:cNvSpPr/>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grpSp>
      <p:sp>
        <p:nvSpPr>
          <p:cNvPr id="15" name="Texture">
            <a:extLst>
              <a:ext uri="{FF2B5EF4-FFF2-40B4-BE49-F238E27FC236}">
                <a16:creationId xmlns:a16="http://schemas.microsoft.com/office/drawing/2014/main" id="{4A8025C0-8995-4863-A847-7ED1F8CCE811}"/>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50162335-6445-435C-A1C6-9F090B965040}"/>
              </a:ext>
            </a:extLst>
          </p:cNvPr>
          <p:cNvSpPr>
            <a:spLocks noGrp="1"/>
          </p:cNvSpPr>
          <p:nvPr>
            <p:ph type="title"/>
          </p:nvPr>
        </p:nvSpPr>
        <p:spPr>
          <a:xfrm>
            <a:off x="457200" y="668049"/>
            <a:ext cx="10450629" cy="132556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5074B3D-418F-464D-91E7-993D0B480108}"/>
              </a:ext>
            </a:extLst>
          </p:cNvPr>
          <p:cNvSpPr>
            <a:spLocks noGrp="1"/>
          </p:cNvSpPr>
          <p:nvPr>
            <p:ph type="body" idx="1"/>
          </p:nvPr>
        </p:nvSpPr>
        <p:spPr>
          <a:xfrm>
            <a:off x="457086" y="2182814"/>
            <a:ext cx="5021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904709-9362-4AB5-9AA2-32F51BF06A39}"/>
              </a:ext>
            </a:extLst>
          </p:cNvPr>
          <p:cNvSpPr>
            <a:spLocks noGrp="1"/>
          </p:cNvSpPr>
          <p:nvPr>
            <p:ph sz="half" idx="2"/>
          </p:nvPr>
        </p:nvSpPr>
        <p:spPr>
          <a:xfrm>
            <a:off x="457086" y="3115949"/>
            <a:ext cx="5021512" cy="3073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B083836-1CF5-406F-B0CB-643F37066CE6}"/>
              </a:ext>
            </a:extLst>
          </p:cNvPr>
          <p:cNvSpPr>
            <a:spLocks noGrp="1"/>
          </p:cNvSpPr>
          <p:nvPr>
            <p:ph type="body" sz="quarter" idx="3"/>
          </p:nvPr>
        </p:nvSpPr>
        <p:spPr>
          <a:xfrm>
            <a:off x="5890597" y="2182814"/>
            <a:ext cx="501723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4A8670-0F33-4222-AAC9-96A21C47C336}"/>
              </a:ext>
            </a:extLst>
          </p:cNvPr>
          <p:cNvSpPr>
            <a:spLocks noGrp="1"/>
          </p:cNvSpPr>
          <p:nvPr>
            <p:ph sz="quarter" idx="4"/>
          </p:nvPr>
        </p:nvSpPr>
        <p:spPr>
          <a:xfrm>
            <a:off x="5890597" y="3115949"/>
            <a:ext cx="5017232" cy="3073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A1E6970-4A96-4519-9C0E-11E245D563C9}"/>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8" name="Footer Placeholder 7">
            <a:extLst>
              <a:ext uri="{FF2B5EF4-FFF2-40B4-BE49-F238E27FC236}">
                <a16:creationId xmlns:a16="http://schemas.microsoft.com/office/drawing/2014/main" id="{35FEE249-70F5-4359-B699-23D68A5037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2AE510-A38C-45EE-B061-CB02E4E3DD7C}"/>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4032004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A9D1A-F943-4838-BA2F-6DF4F2EC9FEC}"/>
              </a:ext>
            </a:extLst>
          </p:cNvPr>
          <p:cNvSpPr>
            <a:spLocks noGrp="1"/>
          </p:cNvSpPr>
          <p:nvPr>
            <p:ph type="title"/>
          </p:nvPr>
        </p:nvSpPr>
        <p:spPr>
          <a:xfrm>
            <a:off x="457200" y="668049"/>
            <a:ext cx="7685037" cy="1363816"/>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6FEE401-3424-4696-A6FC-BBEE79379F9D}"/>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4" name="Footer Placeholder 3">
            <a:extLst>
              <a:ext uri="{FF2B5EF4-FFF2-40B4-BE49-F238E27FC236}">
                <a16:creationId xmlns:a16="http://schemas.microsoft.com/office/drawing/2014/main" id="{01E9D767-A30A-4508-B510-99AB91737A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0979DC-F3D5-43AB-8A0F-9C8A14E0CEF4}"/>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624263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DCDA0B-9BEE-4B57-8F97-96D5645D0658}"/>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3" name="Footer Placeholder 2">
            <a:extLst>
              <a:ext uri="{FF2B5EF4-FFF2-40B4-BE49-F238E27FC236}">
                <a16:creationId xmlns:a16="http://schemas.microsoft.com/office/drawing/2014/main" id="{05282AF2-09A1-4A1C-AEB6-577962B714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4D99D9-82B1-496C-ABBC-4FF0C375DCE7}"/>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898287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7D9AFA4-EB8E-4091-A5E2-1B9D163A0709}"/>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1" name="Color Fill">
            <a:extLst>
              <a:ext uri="{FF2B5EF4-FFF2-40B4-BE49-F238E27FC236}">
                <a16:creationId xmlns:a16="http://schemas.microsoft.com/office/drawing/2014/main" id="{F25018FE-FB44-4E2E-A181-B3476F3E8550}"/>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4" name="Group 13">
            <a:extLst>
              <a:ext uri="{FF2B5EF4-FFF2-40B4-BE49-F238E27FC236}">
                <a16:creationId xmlns:a16="http://schemas.microsoft.com/office/drawing/2014/main" id="{A6C7CD4B-70DE-49E2-A336-B6F43F58FFA4}"/>
              </a:ext>
              <a:ext uri="{C183D7F6-B498-43B3-948B-1728B52AA6E4}">
                <adec:decorative xmlns:adec="http://schemas.microsoft.com/office/drawing/2017/decorative" val="1"/>
              </a:ext>
            </a:extLst>
          </p:cNvPr>
          <p:cNvGrpSpPr/>
          <p:nvPr/>
        </p:nvGrpSpPr>
        <p:grpSpPr>
          <a:xfrm>
            <a:off x="10300855" y="0"/>
            <a:ext cx="1891145" cy="5600700"/>
            <a:chOff x="10300855" y="0"/>
            <a:chExt cx="1891145" cy="5600700"/>
          </a:xfrm>
        </p:grpSpPr>
        <p:sp>
          <p:nvSpPr>
            <p:cNvPr id="15" name="Oval 14">
              <a:extLst>
                <a:ext uri="{FF2B5EF4-FFF2-40B4-BE49-F238E27FC236}">
                  <a16:creationId xmlns:a16="http://schemas.microsoft.com/office/drawing/2014/main" id="{B4B8BFC9-6F67-47CB-BAE4-45260FBAF397}"/>
                </a:ext>
              </a:extLst>
            </p:cNvPr>
            <p:cNvSpPr/>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Graphic 9">
              <a:extLst>
                <a:ext uri="{FF2B5EF4-FFF2-40B4-BE49-F238E27FC236}">
                  <a16:creationId xmlns:a16="http://schemas.microsoft.com/office/drawing/2014/main" id="{40F836E5-3C5B-4DE7-B09A-AE00DEE730A9}"/>
                </a:ext>
              </a:extLst>
            </p:cNvPr>
            <p:cNvSpPr/>
            <p:nvPr/>
          </p:nvSpPr>
          <p:spPr>
            <a:xfrm>
              <a:off x="10330568" y="2199078"/>
              <a:ext cx="1195288" cy="119528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lumMod val="75000"/>
                <a:alpha val="65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7" name="Freeform: Shape 16">
              <a:extLst>
                <a:ext uri="{FF2B5EF4-FFF2-40B4-BE49-F238E27FC236}">
                  <a16:creationId xmlns:a16="http://schemas.microsoft.com/office/drawing/2014/main" id="{68E1B8E4-080E-4F43-B33F-59DD21B6B658}"/>
                </a:ext>
              </a:extLst>
            </p:cNvPr>
            <p:cNvSpPr/>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8" name="Freeform: Shape 17">
              <a:extLst>
                <a:ext uri="{FF2B5EF4-FFF2-40B4-BE49-F238E27FC236}">
                  <a16:creationId xmlns:a16="http://schemas.microsoft.com/office/drawing/2014/main" id="{507639D4-740A-4B71-8393-99CA375EB4A0}"/>
                </a:ext>
                <a:ext uri="{C183D7F6-B498-43B3-948B-1728B52AA6E4}">
                  <adec:decorative xmlns:adec="http://schemas.microsoft.com/office/drawing/2017/decorative" val="1"/>
                </a:ext>
              </a:extLst>
            </p:cNvPr>
            <p:cNvSpPr/>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9" name="Graphic 9">
              <a:extLst>
                <a:ext uri="{FF2B5EF4-FFF2-40B4-BE49-F238E27FC236}">
                  <a16:creationId xmlns:a16="http://schemas.microsoft.com/office/drawing/2014/main" id="{AE7E56E5-1F6A-442B-B5E0-ED19F815D2E2}"/>
                </a:ext>
              </a:extLst>
            </p:cNvPr>
            <p:cNvSpPr/>
            <p:nvPr/>
          </p:nvSpPr>
          <p:spPr>
            <a:xfrm flipH="1">
              <a:off x="10300855" y="0"/>
              <a:ext cx="1891145" cy="1891145"/>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 name="Graphic 9">
              <a:extLst>
                <a:ext uri="{FF2B5EF4-FFF2-40B4-BE49-F238E27FC236}">
                  <a16:creationId xmlns:a16="http://schemas.microsoft.com/office/drawing/2014/main" id="{3774E986-8FE2-4670-A4C0-96E213269BD7}"/>
                </a:ext>
              </a:extLst>
            </p:cNvPr>
            <p:cNvSpPr/>
            <p:nvPr/>
          </p:nvSpPr>
          <p:spPr>
            <a:xfrm flipH="1">
              <a:off x="10424367" y="122795"/>
              <a:ext cx="1644119" cy="164411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13" name="Texture">
            <a:extLst>
              <a:ext uri="{FF2B5EF4-FFF2-40B4-BE49-F238E27FC236}">
                <a16:creationId xmlns:a16="http://schemas.microsoft.com/office/drawing/2014/main" id="{3A5846DF-A106-4887-BE2C-DCD89DAA6539}"/>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767E81C-AA51-44A0-B21C-757B2F3B90C5}"/>
              </a:ext>
            </a:extLst>
          </p:cNvPr>
          <p:cNvSpPr>
            <a:spLocks noGrp="1"/>
          </p:cNvSpPr>
          <p:nvPr>
            <p:ph type="title"/>
          </p:nvPr>
        </p:nvSpPr>
        <p:spPr>
          <a:xfrm>
            <a:off x="457200" y="668049"/>
            <a:ext cx="4314825" cy="1957828"/>
          </a:xfrm>
        </p:spPr>
        <p:txBody>
          <a:bodyPr anchor="b">
            <a:norm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7A0438A-298D-4466-B55D-F466C345C3CC}"/>
              </a:ext>
            </a:extLst>
          </p:cNvPr>
          <p:cNvSpPr>
            <a:spLocks noGrp="1"/>
          </p:cNvSpPr>
          <p:nvPr>
            <p:ph idx="1"/>
          </p:nvPr>
        </p:nvSpPr>
        <p:spPr>
          <a:xfrm>
            <a:off x="5183188" y="668049"/>
            <a:ext cx="4875212" cy="523125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143104-0579-4974-88D2-61DF1A30D390}"/>
              </a:ext>
            </a:extLst>
          </p:cNvPr>
          <p:cNvSpPr>
            <a:spLocks noGrp="1"/>
          </p:cNvSpPr>
          <p:nvPr>
            <p:ph type="body" sz="half" idx="2"/>
          </p:nvPr>
        </p:nvSpPr>
        <p:spPr>
          <a:xfrm>
            <a:off x="457200" y="2749024"/>
            <a:ext cx="4314825" cy="3119964"/>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A32755-0632-47CB-AA69-7EFB212FA160}"/>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6" name="Footer Placeholder 5">
            <a:extLst>
              <a:ext uri="{FF2B5EF4-FFF2-40B4-BE49-F238E27FC236}">
                <a16:creationId xmlns:a16="http://schemas.microsoft.com/office/drawing/2014/main" id="{38ED0B4F-5B59-4064-A88B-E9938A40FF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512E7F-93B8-4E93-BCB3-ADE74FC1504B}"/>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060555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F3C1870-4E69-4DE7-BF2F-DE8A7881C640}"/>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1" name="Color Fill">
            <a:extLst>
              <a:ext uri="{FF2B5EF4-FFF2-40B4-BE49-F238E27FC236}">
                <a16:creationId xmlns:a16="http://schemas.microsoft.com/office/drawing/2014/main" id="{7439AB1C-A8A1-4745-9625-B18FE9160BBB}"/>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4" name="Group 13">
            <a:extLst>
              <a:ext uri="{FF2B5EF4-FFF2-40B4-BE49-F238E27FC236}">
                <a16:creationId xmlns:a16="http://schemas.microsoft.com/office/drawing/2014/main" id="{11ADDC4D-D9AA-48F8-BD10-2D20F14607A6}"/>
              </a:ext>
              <a:ext uri="{C183D7F6-B498-43B3-948B-1728B52AA6E4}">
                <adec:decorative xmlns:adec="http://schemas.microsoft.com/office/drawing/2017/decorative" val="1"/>
              </a:ext>
            </a:extLst>
          </p:cNvPr>
          <p:cNvGrpSpPr/>
          <p:nvPr/>
        </p:nvGrpSpPr>
        <p:grpSpPr>
          <a:xfrm>
            <a:off x="10300855" y="0"/>
            <a:ext cx="1891145" cy="5600700"/>
            <a:chOff x="10300855" y="0"/>
            <a:chExt cx="1891145" cy="5600700"/>
          </a:xfrm>
        </p:grpSpPr>
        <p:sp>
          <p:nvSpPr>
            <p:cNvPr id="15" name="Oval 14">
              <a:extLst>
                <a:ext uri="{FF2B5EF4-FFF2-40B4-BE49-F238E27FC236}">
                  <a16:creationId xmlns:a16="http://schemas.microsoft.com/office/drawing/2014/main" id="{C1136312-3085-4615-A743-4EE531585B11}"/>
                </a:ext>
              </a:extLst>
            </p:cNvPr>
            <p:cNvSpPr/>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Graphic 9">
              <a:extLst>
                <a:ext uri="{FF2B5EF4-FFF2-40B4-BE49-F238E27FC236}">
                  <a16:creationId xmlns:a16="http://schemas.microsoft.com/office/drawing/2014/main" id="{29539FE4-376B-4187-A80A-C98EBA23DA30}"/>
                </a:ext>
              </a:extLst>
            </p:cNvPr>
            <p:cNvSpPr/>
            <p:nvPr/>
          </p:nvSpPr>
          <p:spPr>
            <a:xfrm>
              <a:off x="10330568" y="2199078"/>
              <a:ext cx="1195288" cy="119528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lumMod val="75000"/>
                <a:alpha val="65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7" name="Freeform: Shape 16">
              <a:extLst>
                <a:ext uri="{FF2B5EF4-FFF2-40B4-BE49-F238E27FC236}">
                  <a16:creationId xmlns:a16="http://schemas.microsoft.com/office/drawing/2014/main" id="{A11DC5D7-2276-4A57-8783-A0EFB00416E9}"/>
                </a:ext>
              </a:extLst>
            </p:cNvPr>
            <p:cNvSpPr/>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8" name="Freeform: Shape 17">
              <a:extLst>
                <a:ext uri="{FF2B5EF4-FFF2-40B4-BE49-F238E27FC236}">
                  <a16:creationId xmlns:a16="http://schemas.microsoft.com/office/drawing/2014/main" id="{57D5B578-4971-4ADC-97D8-B9CEF52AA71B}"/>
                </a:ext>
                <a:ext uri="{C183D7F6-B498-43B3-948B-1728B52AA6E4}">
                  <adec:decorative xmlns:adec="http://schemas.microsoft.com/office/drawing/2017/decorative" val="1"/>
                </a:ext>
              </a:extLst>
            </p:cNvPr>
            <p:cNvSpPr/>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9" name="Graphic 9">
              <a:extLst>
                <a:ext uri="{FF2B5EF4-FFF2-40B4-BE49-F238E27FC236}">
                  <a16:creationId xmlns:a16="http://schemas.microsoft.com/office/drawing/2014/main" id="{2D968E77-E43D-4870-93BC-CBF1947336B3}"/>
                </a:ext>
              </a:extLst>
            </p:cNvPr>
            <p:cNvSpPr/>
            <p:nvPr/>
          </p:nvSpPr>
          <p:spPr>
            <a:xfrm flipH="1">
              <a:off x="10300855" y="0"/>
              <a:ext cx="1891145" cy="1891145"/>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 name="Graphic 9">
              <a:extLst>
                <a:ext uri="{FF2B5EF4-FFF2-40B4-BE49-F238E27FC236}">
                  <a16:creationId xmlns:a16="http://schemas.microsoft.com/office/drawing/2014/main" id="{1221D41A-E71E-4587-A876-F8778E7C03E1}"/>
                </a:ext>
              </a:extLst>
            </p:cNvPr>
            <p:cNvSpPr/>
            <p:nvPr/>
          </p:nvSpPr>
          <p:spPr>
            <a:xfrm flipH="1">
              <a:off x="10424367" y="122795"/>
              <a:ext cx="1644119" cy="164411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13" name="Texture">
            <a:extLst>
              <a:ext uri="{FF2B5EF4-FFF2-40B4-BE49-F238E27FC236}">
                <a16:creationId xmlns:a16="http://schemas.microsoft.com/office/drawing/2014/main" id="{50457195-385D-490A-91AB-30B969C61953}"/>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7E06FF6D-24FA-4E04-90ED-7DBE228B2AA6}"/>
              </a:ext>
            </a:extLst>
          </p:cNvPr>
          <p:cNvSpPr>
            <a:spLocks noGrp="1"/>
          </p:cNvSpPr>
          <p:nvPr>
            <p:ph type="title"/>
          </p:nvPr>
        </p:nvSpPr>
        <p:spPr>
          <a:xfrm>
            <a:off x="457200" y="668049"/>
            <a:ext cx="4314825" cy="2235711"/>
          </a:xfrm>
        </p:spPr>
        <p:txBody>
          <a:bodyPr anchor="b">
            <a:noAutofit/>
          </a:bodyPr>
          <a:lstStyle>
            <a:lvl1pPr algn="l" defTabSz="914400" rtl="0" eaLnBrk="1" latinLnBrk="0" hangingPunct="1">
              <a:lnSpc>
                <a:spcPct val="90000"/>
              </a:lnSpc>
              <a:spcBef>
                <a:spcPct val="0"/>
              </a:spcBef>
              <a:buNone/>
              <a:defRPr lang="en-US" sz="4400" kern="120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432D78B-0E21-420F-9DFF-6131CB0F7E69}"/>
              </a:ext>
            </a:extLst>
          </p:cNvPr>
          <p:cNvSpPr>
            <a:spLocks noGrp="1"/>
          </p:cNvSpPr>
          <p:nvPr>
            <p:ph type="pic" idx="1"/>
          </p:nvPr>
        </p:nvSpPr>
        <p:spPr>
          <a:xfrm>
            <a:off x="5183188" y="668049"/>
            <a:ext cx="4958436" cy="52312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8AC2A57-1064-4391-B96B-4D04305E0BE7}"/>
              </a:ext>
            </a:extLst>
          </p:cNvPr>
          <p:cNvSpPr>
            <a:spLocks noGrp="1"/>
          </p:cNvSpPr>
          <p:nvPr>
            <p:ph type="body" sz="half" idx="2"/>
          </p:nvPr>
        </p:nvSpPr>
        <p:spPr>
          <a:xfrm>
            <a:off x="457200" y="2941222"/>
            <a:ext cx="4314825" cy="2927765"/>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D04EB0-850A-4256-8D12-E01A201A4FE1}"/>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6" name="Footer Placeholder 5">
            <a:extLst>
              <a:ext uri="{FF2B5EF4-FFF2-40B4-BE49-F238E27FC236}">
                <a16:creationId xmlns:a16="http://schemas.microsoft.com/office/drawing/2014/main" id="{7E9CF4AF-C757-4552-AB8A-3B89C37464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62A368-F12B-4B5E-82F0-A6AEE6AF2C83}"/>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563983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A5B40-C529-41A6-8D06-07AF9430A8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B5A354-E2A8-4A91-9D7A-36D9E0915C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5D3944-2E3D-42BC-B83D-7630699D48C5}"/>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5" name="Footer Placeholder 4">
            <a:extLst>
              <a:ext uri="{FF2B5EF4-FFF2-40B4-BE49-F238E27FC236}">
                <a16:creationId xmlns:a16="http://schemas.microsoft.com/office/drawing/2014/main" id="{F2FC57FA-204E-4A7A-BAE2-DF17BB0FFB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DA36D-49FF-495A-8E25-4CCC98E39032}"/>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564120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44ECD05-4E94-4A60-8FDA-700BF100B0BA}"/>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8" name="Color Fill">
            <a:extLst>
              <a:ext uri="{FF2B5EF4-FFF2-40B4-BE49-F238E27FC236}">
                <a16:creationId xmlns:a16="http://schemas.microsoft.com/office/drawing/2014/main" id="{8BCB0EB2-4067-418C-9465-9D4C71240E0B}"/>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8" name="Group 7">
            <a:extLst>
              <a:ext uri="{FF2B5EF4-FFF2-40B4-BE49-F238E27FC236}">
                <a16:creationId xmlns:a16="http://schemas.microsoft.com/office/drawing/2014/main" id="{04E37999-41E7-446D-8C53-B904C3CE87A5}"/>
              </a:ext>
              <a:ext uri="{C183D7F6-B498-43B3-948B-1728B52AA6E4}">
                <adec:decorative xmlns:adec="http://schemas.microsoft.com/office/drawing/2017/decorative" val="1"/>
              </a:ext>
            </a:extLst>
          </p:cNvPr>
          <p:cNvGrpSpPr/>
          <p:nvPr/>
        </p:nvGrpSpPr>
        <p:grpSpPr>
          <a:xfrm>
            <a:off x="10300855" y="0"/>
            <a:ext cx="1891145" cy="5600700"/>
            <a:chOff x="10300855" y="0"/>
            <a:chExt cx="1891145" cy="5600700"/>
          </a:xfrm>
        </p:grpSpPr>
        <p:sp>
          <p:nvSpPr>
            <p:cNvPr id="9" name="Oval 8">
              <a:extLst>
                <a:ext uri="{FF2B5EF4-FFF2-40B4-BE49-F238E27FC236}">
                  <a16:creationId xmlns:a16="http://schemas.microsoft.com/office/drawing/2014/main" id="{438A90E8-87F8-4150-B5EB-E19C8A01AFB9}"/>
                </a:ext>
              </a:extLst>
            </p:cNvPr>
            <p:cNvSpPr/>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Graphic 9">
              <a:extLst>
                <a:ext uri="{FF2B5EF4-FFF2-40B4-BE49-F238E27FC236}">
                  <a16:creationId xmlns:a16="http://schemas.microsoft.com/office/drawing/2014/main" id="{724DCA1C-A8E8-4F90-8FAE-85B1426C108A}"/>
                </a:ext>
              </a:extLst>
            </p:cNvPr>
            <p:cNvSpPr/>
            <p:nvPr/>
          </p:nvSpPr>
          <p:spPr>
            <a:xfrm>
              <a:off x="10330568" y="2199078"/>
              <a:ext cx="1195288" cy="119528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lumMod val="75000"/>
                <a:alpha val="65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1" name="Freeform: Shape 10">
              <a:extLst>
                <a:ext uri="{FF2B5EF4-FFF2-40B4-BE49-F238E27FC236}">
                  <a16:creationId xmlns:a16="http://schemas.microsoft.com/office/drawing/2014/main" id="{158D6291-6756-44E3-9FCE-0B2ECA5EE664}"/>
                </a:ext>
              </a:extLst>
            </p:cNvPr>
            <p:cNvSpPr/>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2" name="Freeform: Shape 11">
              <a:extLst>
                <a:ext uri="{FF2B5EF4-FFF2-40B4-BE49-F238E27FC236}">
                  <a16:creationId xmlns:a16="http://schemas.microsoft.com/office/drawing/2014/main" id="{C37CA96E-9DD9-4172-B63B-50DF43B576DA}"/>
                </a:ext>
                <a:ext uri="{C183D7F6-B498-43B3-948B-1728B52AA6E4}">
                  <adec:decorative xmlns:adec="http://schemas.microsoft.com/office/drawing/2017/decorative" val="1"/>
                </a:ext>
              </a:extLst>
            </p:cNvPr>
            <p:cNvSpPr/>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3" name="Graphic 9">
              <a:extLst>
                <a:ext uri="{FF2B5EF4-FFF2-40B4-BE49-F238E27FC236}">
                  <a16:creationId xmlns:a16="http://schemas.microsoft.com/office/drawing/2014/main" id="{B335AFFE-BF3D-491C-8255-692B9DAC6775}"/>
                </a:ext>
              </a:extLst>
            </p:cNvPr>
            <p:cNvSpPr/>
            <p:nvPr/>
          </p:nvSpPr>
          <p:spPr>
            <a:xfrm flipH="1">
              <a:off x="10300855" y="0"/>
              <a:ext cx="1891145" cy="1891145"/>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 name="Graphic 9">
              <a:extLst>
                <a:ext uri="{FF2B5EF4-FFF2-40B4-BE49-F238E27FC236}">
                  <a16:creationId xmlns:a16="http://schemas.microsoft.com/office/drawing/2014/main" id="{AA052AAF-7A7C-4EDB-AE2C-FCA3A756C4E5}"/>
                </a:ext>
              </a:extLst>
            </p:cNvPr>
            <p:cNvSpPr/>
            <p:nvPr/>
          </p:nvSpPr>
          <p:spPr>
            <a:xfrm flipH="1">
              <a:off x="10424367" y="122795"/>
              <a:ext cx="1644119" cy="164411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0" name="Texture">
            <a:extLst>
              <a:ext uri="{FF2B5EF4-FFF2-40B4-BE49-F238E27FC236}">
                <a16:creationId xmlns:a16="http://schemas.microsoft.com/office/drawing/2014/main" id="{31F99E9D-6528-47AC-B178-7032D0E17DF8}"/>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Vertical Title 1">
            <a:extLst>
              <a:ext uri="{FF2B5EF4-FFF2-40B4-BE49-F238E27FC236}">
                <a16:creationId xmlns:a16="http://schemas.microsoft.com/office/drawing/2014/main" id="{834DD302-622D-4E42-BD6F-FAAA98B3728C}"/>
              </a:ext>
            </a:extLst>
          </p:cNvPr>
          <p:cNvSpPr>
            <a:spLocks noGrp="1"/>
          </p:cNvSpPr>
          <p:nvPr>
            <p:ph type="title" orient="vert"/>
          </p:nvPr>
        </p:nvSpPr>
        <p:spPr>
          <a:xfrm>
            <a:off x="7306311" y="668049"/>
            <a:ext cx="2628900" cy="550891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4C70D9F5-C907-405F-BE11-571C61745EC6}"/>
              </a:ext>
            </a:extLst>
          </p:cNvPr>
          <p:cNvSpPr>
            <a:spLocks noGrp="1"/>
          </p:cNvSpPr>
          <p:nvPr>
            <p:ph type="body" orient="vert" idx="1"/>
          </p:nvPr>
        </p:nvSpPr>
        <p:spPr>
          <a:xfrm>
            <a:off x="457200" y="668049"/>
            <a:ext cx="6689098" cy="5508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DCFD860-3FBD-4FE7-A9FD-1D4A4D10AABF}"/>
              </a:ext>
            </a:extLst>
          </p:cNvPr>
          <p:cNvSpPr>
            <a:spLocks noGrp="1"/>
          </p:cNvSpPr>
          <p:nvPr>
            <p:ph type="dt" sz="half" idx="10"/>
          </p:nvPr>
        </p:nvSpPr>
        <p:spPr/>
        <p:txBody>
          <a:bodyPr/>
          <a:lstStyle/>
          <a:p>
            <a:fld id="{D208048B-57AF-4F53-BC84-8E0A1033FBEC}" type="datetimeFigureOut">
              <a:rPr lang="en-US" smtClean="0"/>
              <a:t>1/21/2026</a:t>
            </a:fld>
            <a:endParaRPr lang="en-US"/>
          </a:p>
        </p:txBody>
      </p:sp>
      <p:sp>
        <p:nvSpPr>
          <p:cNvPr id="5" name="Footer Placeholder 4">
            <a:extLst>
              <a:ext uri="{FF2B5EF4-FFF2-40B4-BE49-F238E27FC236}">
                <a16:creationId xmlns:a16="http://schemas.microsoft.com/office/drawing/2014/main" id="{560A367B-81B3-4BD3-9C95-18EC0710A2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7D8E54-346D-4D66-BF99-96DA43F80DF8}"/>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560525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F358BAA-9C8A-4E17-BAD8-32FD6FFEA730}"/>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0" name="Color Fill">
            <a:extLst>
              <a:ext uri="{FF2B5EF4-FFF2-40B4-BE49-F238E27FC236}">
                <a16:creationId xmlns:a16="http://schemas.microsoft.com/office/drawing/2014/main" id="{4D6F41A4-BEE3-4935-9371-4ADEA67A22F9}"/>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3" name="Group 12">
            <a:extLst>
              <a:ext uri="{FF2B5EF4-FFF2-40B4-BE49-F238E27FC236}">
                <a16:creationId xmlns:a16="http://schemas.microsoft.com/office/drawing/2014/main" id="{7726F010-956A-40BC-8A1F-8002DC729B4C}"/>
              </a:ext>
              <a:ext uri="{C183D7F6-B498-43B3-948B-1728B52AA6E4}">
                <adec:decorative xmlns:adec="http://schemas.microsoft.com/office/drawing/2017/decorative" val="1"/>
              </a:ext>
            </a:extLst>
          </p:cNvPr>
          <p:cNvGrpSpPr/>
          <p:nvPr/>
        </p:nvGrpSpPr>
        <p:grpSpPr>
          <a:xfrm>
            <a:off x="8351566" y="0"/>
            <a:ext cx="3840434" cy="6858000"/>
            <a:chOff x="8351565" y="0"/>
            <a:chExt cx="3840434" cy="6858000"/>
          </a:xfrm>
        </p:grpSpPr>
        <p:sp>
          <p:nvSpPr>
            <p:cNvPr id="14" name="Oval 13">
              <a:extLst>
                <a:ext uri="{FF2B5EF4-FFF2-40B4-BE49-F238E27FC236}">
                  <a16:creationId xmlns:a16="http://schemas.microsoft.com/office/drawing/2014/main" id="{D386E468-0048-46C4-ADDD-FBE7A6AE9F31}"/>
                </a:ext>
              </a:extLst>
            </p:cNvPr>
            <p:cNvSpPr/>
            <p:nvPr/>
          </p:nvSpPr>
          <p:spPr>
            <a:xfrm>
              <a:off x="11260165" y="519204"/>
              <a:ext cx="474635" cy="4746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Freeform: Shape 14">
              <a:extLst>
                <a:ext uri="{FF2B5EF4-FFF2-40B4-BE49-F238E27FC236}">
                  <a16:creationId xmlns:a16="http://schemas.microsoft.com/office/drawing/2014/main" id="{C5B35ED4-0C31-4C8C-A45E-6A3EDEAB2867}"/>
                </a:ext>
              </a:extLst>
            </p:cNvPr>
            <p:cNvSpPr/>
            <p:nvPr/>
          </p:nvSpPr>
          <p:spPr>
            <a:xfrm>
              <a:off x="8385871" y="0"/>
              <a:ext cx="2955657" cy="679194"/>
            </a:xfrm>
            <a:custGeom>
              <a:avLst/>
              <a:gdLst>
                <a:gd name="connsiteX0" fmla="*/ 0 w 2955657"/>
                <a:gd name="connsiteY0" fmla="*/ 0 h 679194"/>
                <a:gd name="connsiteX1" fmla="*/ 2955657 w 2955657"/>
                <a:gd name="connsiteY1" fmla="*/ 0 h 679194"/>
                <a:gd name="connsiteX2" fmla="*/ 2892839 w 2955657"/>
                <a:gd name="connsiteY2" fmla="*/ 84007 h 679194"/>
                <a:gd name="connsiteX3" fmla="*/ 1630760 w 2955657"/>
                <a:gd name="connsiteY3" fmla="*/ 679194 h 679194"/>
                <a:gd name="connsiteX4" fmla="*/ 0 w 2955657"/>
                <a:gd name="connsiteY4" fmla="*/ 679194 h 679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5657" h="679194">
                  <a:moveTo>
                    <a:pt x="0" y="0"/>
                  </a:moveTo>
                  <a:lnTo>
                    <a:pt x="2955657" y="0"/>
                  </a:lnTo>
                  <a:lnTo>
                    <a:pt x="2892839" y="84007"/>
                  </a:lnTo>
                  <a:cubicBezTo>
                    <a:pt x="2592855" y="447504"/>
                    <a:pt x="2138868" y="679194"/>
                    <a:pt x="1630760" y="679194"/>
                  </a:cubicBezTo>
                  <a:lnTo>
                    <a:pt x="0" y="679194"/>
                  </a:lnTo>
                  <a:close/>
                </a:path>
              </a:pathLst>
            </a:custGeom>
            <a:solidFill>
              <a:schemeClr val="accent1">
                <a:lumMod val="60000"/>
                <a:lumOff val="40000"/>
                <a:alpha val="60000"/>
              </a:schemeClr>
            </a:solidFill>
            <a:ln w="9331" cap="flat">
              <a:noFill/>
              <a:prstDash val="solid"/>
              <a:miter/>
            </a:ln>
          </p:spPr>
          <p:txBody>
            <a:bodyPr rtlCol="0" anchor="ctr"/>
            <a:lstStyle/>
            <a:p>
              <a:pPr lvl="0"/>
              <a:endParaRPr lang="en-US"/>
            </a:p>
          </p:txBody>
        </p:sp>
        <p:sp>
          <p:nvSpPr>
            <p:cNvPr id="16" name="Freeform: Shape 15">
              <a:extLst>
                <a:ext uri="{FF2B5EF4-FFF2-40B4-BE49-F238E27FC236}">
                  <a16:creationId xmlns:a16="http://schemas.microsoft.com/office/drawing/2014/main" id="{B40A1EF3-FA93-48F4-9F82-BC0C79635750}"/>
                </a:ext>
              </a:extLst>
            </p:cNvPr>
            <p:cNvSpPr/>
            <p:nvPr/>
          </p:nvSpPr>
          <p:spPr>
            <a:xfrm>
              <a:off x="8351565" y="4121414"/>
              <a:ext cx="3266317" cy="2736586"/>
            </a:xfrm>
            <a:custGeom>
              <a:avLst/>
              <a:gdLst>
                <a:gd name="connsiteX0" fmla="*/ 1635557 w 3266317"/>
                <a:gd name="connsiteY0" fmla="*/ 0 h 2736586"/>
                <a:gd name="connsiteX1" fmla="*/ 3266317 w 3266317"/>
                <a:gd name="connsiteY1" fmla="*/ 0 h 2736586"/>
                <a:gd name="connsiteX2" fmla="*/ 3266317 w 3266317"/>
                <a:gd name="connsiteY2" fmla="*/ 1630760 h 2736586"/>
                <a:gd name="connsiteX3" fmla="*/ 2892838 w 3266317"/>
                <a:gd name="connsiteY3" fmla="*/ 2671131 h 2736586"/>
                <a:gd name="connsiteX4" fmla="*/ 2833348 w 3266317"/>
                <a:gd name="connsiteY4" fmla="*/ 2736586 h 2736586"/>
                <a:gd name="connsiteX5" fmla="*/ 0 w 3266317"/>
                <a:gd name="connsiteY5" fmla="*/ 2736586 h 2736586"/>
                <a:gd name="connsiteX6" fmla="*/ 0 w 3266317"/>
                <a:gd name="connsiteY6" fmla="*/ 1635558 h 2736586"/>
                <a:gd name="connsiteX7" fmla="*/ 1635557 w 3266317"/>
                <a:gd name="connsiteY7" fmla="*/ 0 h 2736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6317" h="2736586">
                  <a:moveTo>
                    <a:pt x="1635557" y="0"/>
                  </a:moveTo>
                  <a:lnTo>
                    <a:pt x="3266317" y="0"/>
                  </a:lnTo>
                  <a:lnTo>
                    <a:pt x="3266317" y="1630760"/>
                  </a:lnTo>
                  <a:cubicBezTo>
                    <a:pt x="3266317" y="2025955"/>
                    <a:pt x="3126159" y="2388411"/>
                    <a:pt x="2892838" y="2671131"/>
                  </a:cubicBezTo>
                  <a:lnTo>
                    <a:pt x="2833348" y="2736586"/>
                  </a:lnTo>
                  <a:lnTo>
                    <a:pt x="0" y="2736586"/>
                  </a:lnTo>
                  <a:lnTo>
                    <a:pt x="0" y="1635558"/>
                  </a:lnTo>
                  <a:cubicBezTo>
                    <a:pt x="0" y="732255"/>
                    <a:pt x="732254" y="0"/>
                    <a:pt x="1635557" y="0"/>
                  </a:cubicBezTo>
                  <a:close/>
                </a:path>
              </a:pathLst>
            </a:custGeom>
            <a:solidFill>
              <a:schemeClr val="accent1">
                <a:lumMod val="60000"/>
                <a:lumOff val="40000"/>
                <a:alpha val="60000"/>
              </a:schemeClr>
            </a:solidFill>
            <a:ln w="9331" cap="flat">
              <a:noFill/>
              <a:prstDash val="solid"/>
              <a:miter/>
            </a:ln>
          </p:spPr>
          <p:txBody>
            <a:bodyPr rtlCol="0" anchor="ctr"/>
            <a:lstStyle/>
            <a:p>
              <a:pPr lvl="0"/>
              <a:endParaRPr lang="en-US" dirty="0"/>
            </a:p>
          </p:txBody>
        </p:sp>
        <p:sp>
          <p:nvSpPr>
            <p:cNvPr id="17" name="Freeform: Shape 16">
              <a:extLst>
                <a:ext uri="{FF2B5EF4-FFF2-40B4-BE49-F238E27FC236}">
                  <a16:creationId xmlns:a16="http://schemas.microsoft.com/office/drawing/2014/main" id="{A985F09D-6969-44D0-B04F-4EDE0FEDAF63}"/>
                </a:ext>
              </a:extLst>
            </p:cNvPr>
            <p:cNvSpPr/>
            <p:nvPr/>
          </p:nvSpPr>
          <p:spPr>
            <a:xfrm>
              <a:off x="11755674" y="3386384"/>
              <a:ext cx="436325" cy="1309674"/>
            </a:xfrm>
            <a:custGeom>
              <a:avLst/>
              <a:gdLst>
                <a:gd name="connsiteX0" fmla="*/ 470325 w 477612"/>
                <a:gd name="connsiteY0" fmla="*/ 0 h 1433600"/>
                <a:gd name="connsiteX1" fmla="*/ 475607 w 477612"/>
                <a:gd name="connsiteY1" fmla="*/ 3701 h 1433600"/>
                <a:gd name="connsiteX2" fmla="*/ 477612 w 477612"/>
                <a:gd name="connsiteY2" fmla="*/ 5160 h 1433600"/>
                <a:gd name="connsiteX3" fmla="*/ 477612 w 477612"/>
                <a:gd name="connsiteY3" fmla="*/ 1428441 h 1433600"/>
                <a:gd name="connsiteX4" fmla="*/ 475607 w 477612"/>
                <a:gd name="connsiteY4" fmla="*/ 1429900 h 1433600"/>
                <a:gd name="connsiteX5" fmla="*/ 470325 w 477612"/>
                <a:gd name="connsiteY5" fmla="*/ 1433600 h 1433600"/>
                <a:gd name="connsiteX6" fmla="*/ 0 w 477612"/>
                <a:gd name="connsiteY6" fmla="*/ 716800 h 1433600"/>
                <a:gd name="connsiteX7" fmla="*/ 470325 w 477612"/>
                <a:gd name="connsiteY7" fmla="*/ 0 h 143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612" h="1433600">
                  <a:moveTo>
                    <a:pt x="470325" y="0"/>
                  </a:moveTo>
                  <a:cubicBezTo>
                    <a:pt x="470325" y="0"/>
                    <a:pt x="472162" y="1254"/>
                    <a:pt x="475607" y="3701"/>
                  </a:cubicBezTo>
                  <a:lnTo>
                    <a:pt x="477612" y="5160"/>
                  </a:lnTo>
                  <a:lnTo>
                    <a:pt x="477612" y="1428441"/>
                  </a:lnTo>
                  <a:lnTo>
                    <a:pt x="475607" y="1429900"/>
                  </a:lnTo>
                  <a:cubicBezTo>
                    <a:pt x="472162" y="1432347"/>
                    <a:pt x="470325" y="1433600"/>
                    <a:pt x="470325" y="1433600"/>
                  </a:cubicBezTo>
                  <a:cubicBezTo>
                    <a:pt x="470325" y="1433600"/>
                    <a:pt x="0" y="1112672"/>
                    <a:pt x="0" y="716800"/>
                  </a:cubicBezTo>
                  <a:cubicBezTo>
                    <a:pt x="0" y="320929"/>
                    <a:pt x="470325" y="0"/>
                    <a:pt x="470325" y="0"/>
                  </a:cubicBezTo>
                  <a:close/>
                </a:path>
              </a:pathLst>
            </a:custGeom>
            <a:pattFill prst="pct5">
              <a:fgClr>
                <a:schemeClr val="accent4">
                  <a:lumMod val="20000"/>
                  <a:lumOff val="80000"/>
                </a:schemeClr>
              </a:fgClr>
              <a:bgClr>
                <a:schemeClr val="accent4">
                  <a:lumMod val="60000"/>
                  <a:lumOff val="40000"/>
                </a:schemeClr>
              </a:bgClr>
            </a:pattFill>
            <a:ln w="9525" cap="flat">
              <a:noFill/>
              <a:prstDash val="solid"/>
              <a:miter/>
            </a:ln>
          </p:spPr>
          <p:txBody>
            <a:bodyPr rtlCol="0" anchor="ctr"/>
            <a:lstStyle/>
            <a:p>
              <a:pPr lvl="0"/>
              <a:endParaRPr lang="en-US" dirty="0"/>
            </a:p>
          </p:txBody>
        </p:sp>
        <p:sp>
          <p:nvSpPr>
            <p:cNvPr id="18" name="Graphic 9">
              <a:extLst>
                <a:ext uri="{FF2B5EF4-FFF2-40B4-BE49-F238E27FC236}">
                  <a16:creationId xmlns:a16="http://schemas.microsoft.com/office/drawing/2014/main" id="{003913A0-A3C0-4ED8-8920-318068FBC46F}"/>
                </a:ext>
              </a:extLst>
            </p:cNvPr>
            <p:cNvSpPr/>
            <p:nvPr/>
          </p:nvSpPr>
          <p:spPr>
            <a:xfrm>
              <a:off x="8385870" y="791588"/>
              <a:ext cx="3232012" cy="3232012"/>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pPr lvl="0"/>
              <a:endParaRPr lang="en-US"/>
            </a:p>
          </p:txBody>
        </p:sp>
      </p:grpSp>
      <p:sp>
        <p:nvSpPr>
          <p:cNvPr id="12" name="Texture">
            <a:extLst>
              <a:ext uri="{FF2B5EF4-FFF2-40B4-BE49-F238E27FC236}">
                <a16:creationId xmlns:a16="http://schemas.microsoft.com/office/drawing/2014/main" id="{7FE1D329-7CB2-4DF5-B0C0-36DD19EBC66D}"/>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13">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Placeholder 1">
            <a:extLst>
              <a:ext uri="{FF2B5EF4-FFF2-40B4-BE49-F238E27FC236}">
                <a16:creationId xmlns:a16="http://schemas.microsoft.com/office/drawing/2014/main" id="{093083B5-1505-44FE-894D-AA1AB6D60FCE}"/>
              </a:ext>
            </a:extLst>
          </p:cNvPr>
          <p:cNvSpPr>
            <a:spLocks noGrp="1"/>
          </p:cNvSpPr>
          <p:nvPr>
            <p:ph type="title"/>
          </p:nvPr>
        </p:nvSpPr>
        <p:spPr>
          <a:xfrm>
            <a:off x="457200" y="668049"/>
            <a:ext cx="768503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03F3930-F8C8-43B1-BC1A-6264F4ACB2E1}"/>
              </a:ext>
            </a:extLst>
          </p:cNvPr>
          <p:cNvSpPr>
            <a:spLocks noGrp="1"/>
          </p:cNvSpPr>
          <p:nvPr>
            <p:ph type="body" idx="1"/>
          </p:nvPr>
        </p:nvSpPr>
        <p:spPr>
          <a:xfrm>
            <a:off x="457200" y="2096713"/>
            <a:ext cx="7685037" cy="40802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9F4F2F7-3ECA-43D7-BFF3-FBB407AEAB46}"/>
              </a:ext>
            </a:extLst>
          </p:cNvPr>
          <p:cNvSpPr>
            <a:spLocks noGrp="1"/>
          </p:cNvSpPr>
          <p:nvPr>
            <p:ph type="dt" sz="half" idx="2"/>
          </p:nvPr>
        </p:nvSpPr>
        <p:spPr>
          <a:xfrm>
            <a:off x="457200" y="6356350"/>
            <a:ext cx="2743200" cy="365125"/>
          </a:xfrm>
          <a:prstGeom prst="rect">
            <a:avLst/>
          </a:prstGeom>
        </p:spPr>
        <p:txBody>
          <a:bodyPr vert="horz" lIns="91440" tIns="45720" rIns="91440" bIns="45720" rtlCol="0" anchor="ctr"/>
          <a:lstStyle>
            <a:lvl1pPr algn="l">
              <a:defRPr sz="1000" spc="110" baseline="0">
                <a:solidFill>
                  <a:schemeClr val="tx1">
                    <a:tint val="75000"/>
                  </a:schemeClr>
                </a:solidFill>
              </a:defRPr>
            </a:lvl1pPr>
          </a:lstStyle>
          <a:p>
            <a:fld id="{D208048B-57AF-4F53-BC84-8E0A1033FBEC}" type="datetimeFigureOut">
              <a:rPr lang="en-US" smtClean="0"/>
              <a:pPr/>
              <a:t>1/21/2026</a:t>
            </a:fld>
            <a:endParaRPr lang="en-US" dirty="0"/>
          </a:p>
        </p:txBody>
      </p:sp>
      <p:sp>
        <p:nvSpPr>
          <p:cNvPr id="5" name="Footer Placeholder 4">
            <a:extLst>
              <a:ext uri="{FF2B5EF4-FFF2-40B4-BE49-F238E27FC236}">
                <a16:creationId xmlns:a16="http://schemas.microsoft.com/office/drawing/2014/main" id="{1D3A193F-0B61-43DD-8E45-EFEAC43E3826}"/>
              </a:ext>
            </a:extLst>
          </p:cNvPr>
          <p:cNvSpPr>
            <a:spLocks noGrp="1"/>
          </p:cNvSpPr>
          <p:nvPr>
            <p:ph type="ftr" sz="quarter" idx="3"/>
          </p:nvPr>
        </p:nvSpPr>
        <p:spPr>
          <a:xfrm>
            <a:off x="457200" y="155448"/>
            <a:ext cx="4114800" cy="365125"/>
          </a:xfrm>
          <a:prstGeom prst="rect">
            <a:avLst/>
          </a:prstGeom>
        </p:spPr>
        <p:txBody>
          <a:bodyPr vert="horz" lIns="91440" tIns="45720" rIns="91440" bIns="45720" rtlCol="0" anchor="ctr"/>
          <a:lstStyle>
            <a:lvl1pPr algn="l">
              <a:defRPr sz="1000" spc="110" baseline="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4625961-D3A8-4945-AEE4-EE1952DBDCAE}"/>
              </a:ext>
            </a:extLst>
          </p:cNvPr>
          <p:cNvSpPr>
            <a:spLocks noGrp="1"/>
          </p:cNvSpPr>
          <p:nvPr>
            <p:ph type="sldNum" sz="quarter" idx="4"/>
          </p:nvPr>
        </p:nvSpPr>
        <p:spPr>
          <a:xfrm>
            <a:off x="10954512" y="6355080"/>
            <a:ext cx="795528" cy="365760"/>
          </a:xfrm>
          <a:prstGeom prst="rect">
            <a:avLst/>
          </a:prstGeom>
        </p:spPr>
        <p:txBody>
          <a:bodyPr vert="horz" lIns="91440" tIns="45720" rIns="91440" bIns="45720" rtlCol="0" anchor="ctr"/>
          <a:lstStyle>
            <a:lvl1pPr algn="r">
              <a:defRPr sz="1000" spc="110" baseline="0">
                <a:solidFill>
                  <a:schemeClr val="tx1">
                    <a:tint val="75000"/>
                  </a:schemeClr>
                </a:solidFill>
              </a:defRPr>
            </a:lvl1pPr>
          </a:lstStyle>
          <a:p>
            <a:fld id="{BD8A8A1B-4E1E-43EF-8A39-7D4A3879B941}" type="slidenum">
              <a:rPr lang="en-US" smtClean="0"/>
              <a:pPr/>
              <a:t>‹#›</a:t>
            </a:fld>
            <a:endParaRPr lang="en-US" dirty="0"/>
          </a:p>
        </p:txBody>
      </p:sp>
    </p:spTree>
    <p:extLst>
      <p:ext uri="{BB962C8B-B14F-4D97-AF65-F5344CB8AC3E}">
        <p14:creationId xmlns:p14="http://schemas.microsoft.com/office/powerpoint/2010/main" val="1507934644"/>
      </p:ext>
    </p:extLst>
  </p:cSld>
  <p:clrMap bg1="dk1" tx1="lt1" bg2="dk2" tx2="lt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0" r:id="rId6"/>
    <p:sldLayoutId id="2147483745" r:id="rId7"/>
    <p:sldLayoutId id="2147483741" r:id="rId8"/>
    <p:sldLayoutId id="2147483742" r:id="rId9"/>
    <p:sldLayoutId id="2147483743" r:id="rId10"/>
    <p:sldLayoutId id="214748374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7.svg"/><Relationship Id="rId5" Type="http://schemas.openxmlformats.org/officeDocument/2006/relationships/diagramQuickStyle" Target="../diagrams/quickStyle1.xml"/><Relationship Id="rId10" Type="http://schemas.openxmlformats.org/officeDocument/2006/relationships/image" Target="../media/image6.png"/><Relationship Id="rId4" Type="http://schemas.openxmlformats.org/officeDocument/2006/relationships/diagramLayout" Target="../diagrams/layout1.xml"/><Relationship Id="rId9"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 name="Background Fill">
            <a:extLst>
              <a:ext uri="{FF2B5EF4-FFF2-40B4-BE49-F238E27FC236}">
                <a16:creationId xmlns:a16="http://schemas.microsoft.com/office/drawing/2014/main" id="{A7971386-B2B0-4A38-8D3B-8CF23AAA6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104" name="Color Fill">
            <a:extLst>
              <a:ext uri="{FF2B5EF4-FFF2-40B4-BE49-F238E27FC236}">
                <a16:creationId xmlns:a16="http://schemas.microsoft.com/office/drawing/2014/main" id="{96AE4BD0-E2D6-4FE1-9295-59E338A453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sp>
        <p:nvSpPr>
          <p:cNvPr id="105" name="Texture">
            <a:extLst>
              <a:ext uri="{FF2B5EF4-FFF2-40B4-BE49-F238E27FC236}">
                <a16:creationId xmlns:a16="http://schemas.microsoft.com/office/drawing/2014/main" id="{0D29D77D-2D4E-4868-960B-BEDA724F5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7" y="-1"/>
            <a:ext cx="12195048"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F99BC6B1-568D-C709-E1A3-735CEB738970}"/>
              </a:ext>
            </a:extLst>
          </p:cNvPr>
          <p:cNvSpPr>
            <a:spLocks noGrp="1"/>
          </p:cNvSpPr>
          <p:nvPr>
            <p:ph type="ctrTitle"/>
          </p:nvPr>
        </p:nvSpPr>
        <p:spPr>
          <a:xfrm>
            <a:off x="457200" y="676656"/>
            <a:ext cx="3277432" cy="3063240"/>
          </a:xfrm>
        </p:spPr>
        <p:txBody>
          <a:bodyPr vert="horz" lIns="91440" tIns="45720" rIns="91440" bIns="45720" rtlCol="0">
            <a:normAutofit/>
          </a:bodyPr>
          <a:lstStyle/>
          <a:p>
            <a:r>
              <a:rPr lang="en-US" sz="4600" err="1">
                <a:ea typeface="ADLaM Display" panose="020F0502020204030204" pitchFamily="2" charset="0"/>
                <a:cs typeface="ADLaM Display" panose="020F0502020204030204" pitchFamily="2" charset="0"/>
              </a:rPr>
              <a:t>DermaTrace</a:t>
            </a:r>
            <a:endParaRPr lang="en-US" sz="4600">
              <a:ea typeface="ADLaM Display" panose="020F0502020204030204" pitchFamily="2" charset="0"/>
              <a:cs typeface="ADLaM Display" panose="020F0502020204030204" pitchFamily="2" charset="0"/>
            </a:endParaRPr>
          </a:p>
        </p:txBody>
      </p:sp>
      <p:sp>
        <p:nvSpPr>
          <p:cNvPr id="3" name="Subtitle 2">
            <a:extLst>
              <a:ext uri="{FF2B5EF4-FFF2-40B4-BE49-F238E27FC236}">
                <a16:creationId xmlns:a16="http://schemas.microsoft.com/office/drawing/2014/main" id="{A8350B64-093F-2438-5E8A-3432E3512E06}"/>
              </a:ext>
            </a:extLst>
          </p:cNvPr>
          <p:cNvSpPr>
            <a:spLocks noGrp="1"/>
          </p:cNvSpPr>
          <p:nvPr>
            <p:ph type="subTitle" idx="1"/>
          </p:nvPr>
        </p:nvSpPr>
        <p:spPr>
          <a:xfrm>
            <a:off x="457200" y="3840481"/>
            <a:ext cx="3277432" cy="2347272"/>
          </a:xfrm>
        </p:spPr>
        <p:txBody>
          <a:bodyPr vert="horz" lIns="91440" tIns="45720" rIns="91440" bIns="45720" rtlCol="0">
            <a:normAutofit/>
          </a:bodyPr>
          <a:lstStyle/>
          <a:p>
            <a:pPr indent="-228600">
              <a:buFont typeface="Arial" panose="020B0604020202020204" pitchFamily="34" charset="0"/>
              <a:buChar char="•"/>
            </a:pPr>
            <a:r>
              <a:rPr lang="en-US" dirty="0"/>
              <a:t>DATA CHALLENGE – INDIVIDUAL PROJECT</a:t>
            </a:r>
          </a:p>
          <a:p>
            <a:pPr indent="-228600">
              <a:buFont typeface="Arial" panose="020B0604020202020204" pitchFamily="34" charset="0"/>
              <a:buChar char="•"/>
            </a:pPr>
            <a:r>
              <a:rPr lang="en-US" dirty="0"/>
              <a:t>MADE BY : KAILEN ROA</a:t>
            </a:r>
          </a:p>
          <a:p>
            <a:pPr indent="-228600">
              <a:buFont typeface="Arial" panose="020B0604020202020204" pitchFamily="34" charset="0"/>
              <a:buChar char="•"/>
            </a:pPr>
            <a:r>
              <a:rPr lang="en-US" dirty="0"/>
              <a:t>MINI-GROUP COMPANY 1</a:t>
            </a:r>
          </a:p>
        </p:txBody>
      </p:sp>
      <p:pic>
        <p:nvPicPr>
          <p:cNvPr id="5" name="Picture 4" descr="A logo for a company&#10;&#10;AI-generated content may be incorrect.">
            <a:extLst>
              <a:ext uri="{FF2B5EF4-FFF2-40B4-BE49-F238E27FC236}">
                <a16:creationId xmlns:a16="http://schemas.microsoft.com/office/drawing/2014/main" id="{2AA9A6BA-40FA-7F56-06E7-48172AA9905D}"/>
              </a:ext>
            </a:extLst>
          </p:cNvPr>
          <p:cNvPicPr>
            <a:picLocks noChangeAspect="1"/>
          </p:cNvPicPr>
          <p:nvPr/>
        </p:nvPicPr>
        <p:blipFill>
          <a:blip r:embed="rId3">
            <a:extLst>
              <a:ext uri="{28A0092B-C50C-407E-A947-70E740481C1C}">
                <a14:useLocalDpi xmlns:a14="http://schemas.microsoft.com/office/drawing/2010/main" val="0"/>
              </a:ext>
            </a:extLst>
          </a:blip>
          <a:srcRect t="7749" b="8970"/>
          <a:stretch>
            <a:fillRect/>
          </a:stretch>
        </p:blipFill>
        <p:spPr>
          <a:xfrm>
            <a:off x="3957208" y="10"/>
            <a:ext cx="8234792" cy="6857990"/>
          </a:xfrm>
          <a:custGeom>
            <a:avLst/>
            <a:gdLst/>
            <a:ahLst/>
            <a:cxnLst/>
            <a:rect l="l" t="t" r="r" b="b"/>
            <a:pathLst>
              <a:path w="8234792" h="6821666">
                <a:moveTo>
                  <a:pt x="2322410" y="0"/>
                </a:moveTo>
                <a:lnTo>
                  <a:pt x="8234792" y="0"/>
                </a:lnTo>
                <a:lnTo>
                  <a:pt x="8234792" y="4503719"/>
                </a:lnTo>
                <a:lnTo>
                  <a:pt x="8215888" y="4629599"/>
                </a:lnTo>
                <a:cubicBezTo>
                  <a:pt x="8049795" y="5454493"/>
                  <a:pt x="7647096" y="6191792"/>
                  <a:pt x="7082996" y="6765066"/>
                </a:cubicBezTo>
                <a:lnTo>
                  <a:pt x="7021717" y="6821666"/>
                </a:lnTo>
                <a:lnTo>
                  <a:pt x="0" y="6821666"/>
                </a:lnTo>
                <a:lnTo>
                  <a:pt x="0" y="3790727"/>
                </a:lnTo>
                <a:cubicBezTo>
                  <a:pt x="0" y="2186928"/>
                  <a:pt x="879517" y="791919"/>
                  <a:pt x="2175128" y="76659"/>
                </a:cubicBezTo>
                <a:close/>
              </a:path>
            </a:pathLst>
          </a:custGeom>
        </p:spPr>
      </p:pic>
    </p:spTree>
    <p:extLst>
      <p:ext uri="{BB962C8B-B14F-4D97-AF65-F5344CB8AC3E}">
        <p14:creationId xmlns:p14="http://schemas.microsoft.com/office/powerpoint/2010/main" val="232750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5" name="Background Fill">
            <a:extLst>
              <a:ext uri="{FF2B5EF4-FFF2-40B4-BE49-F238E27FC236}">
                <a16:creationId xmlns:a16="http://schemas.microsoft.com/office/drawing/2014/main" id="{FAFB3478-4AEC-431E-93B2-1593839C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96" name="Color Fill">
            <a:extLst>
              <a:ext uri="{FF2B5EF4-FFF2-40B4-BE49-F238E27FC236}">
                <a16:creationId xmlns:a16="http://schemas.microsoft.com/office/drawing/2014/main" id="{3FFB0B4B-B126-43E0-A25C-BA5634332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97" name="Group 96">
            <a:extLst>
              <a:ext uri="{FF2B5EF4-FFF2-40B4-BE49-F238E27FC236}">
                <a16:creationId xmlns:a16="http://schemas.microsoft.com/office/drawing/2014/main" id="{B5458D83-9222-44EE-A1B7-C500910CA8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49180" y="-1190"/>
            <a:ext cx="4263283" cy="6859190"/>
            <a:chOff x="7649180" y="-1190"/>
            <a:chExt cx="4263283" cy="6859190"/>
          </a:xfrm>
        </p:grpSpPr>
        <p:sp>
          <p:nvSpPr>
            <p:cNvPr id="98" name="Oval 97">
              <a:extLst>
                <a:ext uri="{FF2B5EF4-FFF2-40B4-BE49-F238E27FC236}">
                  <a16:creationId xmlns:a16="http://schemas.microsoft.com/office/drawing/2014/main" id="{D4DBE9CF-1CAE-4505-95C1-A884EE3B91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02463" y="453951"/>
              <a:ext cx="608046" cy="608046"/>
            </a:xfrm>
            <a:prstGeom prst="ellipse">
              <a:avLst/>
            </a:prstGeom>
            <a:solidFill>
              <a:schemeClr val="accent1">
                <a:lumMod val="60000"/>
                <a:lumOff val="40000"/>
                <a:alpha val="60000"/>
              </a:schemeClr>
            </a:solidFill>
            <a:ln w="9331" cap="flat">
              <a:noFill/>
              <a:prstDash val="solid"/>
              <a:miter/>
            </a:ln>
          </p:spPr>
          <p:txBody>
            <a:bodyPr rtlCol="0" anchor="ctr"/>
            <a:lstStyle/>
            <a:p>
              <a:endParaRPr lang="en-US">
                <a:solidFill>
                  <a:schemeClr val="tx1"/>
                </a:solidFill>
              </a:endParaRPr>
            </a:p>
          </p:txBody>
        </p:sp>
        <p:sp>
          <p:nvSpPr>
            <p:cNvPr id="99" name="Graphic 18">
              <a:extLst>
                <a:ext uri="{FF2B5EF4-FFF2-40B4-BE49-F238E27FC236}">
                  <a16:creationId xmlns:a16="http://schemas.microsoft.com/office/drawing/2014/main" id="{941A5848-6221-4751-BD3F-FB6615B5C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49180" y="4581409"/>
              <a:ext cx="856614" cy="1305524"/>
            </a:xfrm>
            <a:custGeom>
              <a:avLst/>
              <a:gdLst>
                <a:gd name="connsiteX0" fmla="*/ 3413379 w 3413378"/>
                <a:gd name="connsiteY0" fmla="*/ 3266028 h 6532054"/>
                <a:gd name="connsiteX1" fmla="*/ 1706689 w 3413378"/>
                <a:gd name="connsiteY1" fmla="*/ 6532055 h 6532054"/>
                <a:gd name="connsiteX2" fmla="*/ 0 w 3413378"/>
                <a:gd name="connsiteY2" fmla="*/ 3266028 h 6532054"/>
                <a:gd name="connsiteX3" fmla="*/ 1706689 w 3413378"/>
                <a:gd name="connsiteY3" fmla="*/ 0 h 6532054"/>
                <a:gd name="connsiteX4" fmla="*/ 3413379 w 3413378"/>
                <a:gd name="connsiteY4" fmla="*/ 3266028 h 6532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378" h="6532054">
                  <a:moveTo>
                    <a:pt x="3413379" y="3266028"/>
                  </a:moveTo>
                  <a:cubicBezTo>
                    <a:pt x="3413379" y="5069777"/>
                    <a:pt x="1706689" y="6532055"/>
                    <a:pt x="1706689" y="6532055"/>
                  </a:cubicBezTo>
                  <a:cubicBezTo>
                    <a:pt x="1706689" y="6532055"/>
                    <a:pt x="0" y="5069777"/>
                    <a:pt x="0" y="3266028"/>
                  </a:cubicBezTo>
                  <a:cubicBezTo>
                    <a:pt x="0" y="1462278"/>
                    <a:pt x="1706689" y="0"/>
                    <a:pt x="1706689" y="0"/>
                  </a:cubicBezTo>
                  <a:cubicBezTo>
                    <a:pt x="1706689" y="0"/>
                    <a:pt x="3413379" y="1462278"/>
                    <a:pt x="3413379" y="326602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endParaRPr lang="en-US"/>
            </a:p>
          </p:txBody>
        </p:sp>
        <p:sp>
          <p:nvSpPr>
            <p:cNvPr id="100" name="Oval 99">
              <a:extLst>
                <a:ext uri="{FF2B5EF4-FFF2-40B4-BE49-F238E27FC236}">
                  <a16:creationId xmlns:a16="http://schemas.microsoft.com/office/drawing/2014/main" id="{AE482FC7-2DD4-4C7D-A2D2-5CBE9D4CAE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66922" y="5224794"/>
              <a:ext cx="439469" cy="43946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Shape 76">
              <a:extLst>
                <a:ext uri="{FF2B5EF4-FFF2-40B4-BE49-F238E27FC236}">
                  <a16:creationId xmlns:a16="http://schemas.microsoft.com/office/drawing/2014/main" id="{ACE3AC6B-38A6-4E6F-A9DA-665609D7F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14482" y="-1190"/>
              <a:ext cx="3597981" cy="1501977"/>
            </a:xfrm>
            <a:custGeom>
              <a:avLst/>
              <a:gdLst>
                <a:gd name="connsiteX0" fmla="*/ 0 w 3597981"/>
                <a:gd name="connsiteY0" fmla="*/ 0 h 1501977"/>
                <a:gd name="connsiteX1" fmla="*/ 3597981 w 3597981"/>
                <a:gd name="connsiteY1" fmla="*/ 0 h 1501977"/>
                <a:gd name="connsiteX2" fmla="*/ 3590068 w 3597981"/>
                <a:gd name="connsiteY2" fmla="*/ 51850 h 1501977"/>
                <a:gd name="connsiteX3" fmla="*/ 1810819 w 3597981"/>
                <a:gd name="connsiteY3" fmla="*/ 1501977 h 1501977"/>
                <a:gd name="connsiteX4" fmla="*/ 0 w 3597981"/>
                <a:gd name="connsiteY4" fmla="*/ 1501977 h 1501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7981" h="1501977">
                  <a:moveTo>
                    <a:pt x="0" y="0"/>
                  </a:moveTo>
                  <a:lnTo>
                    <a:pt x="3597981" y="0"/>
                  </a:lnTo>
                  <a:lnTo>
                    <a:pt x="3590068" y="51850"/>
                  </a:lnTo>
                  <a:cubicBezTo>
                    <a:pt x="3420721" y="879443"/>
                    <a:pt x="2688479" y="1501977"/>
                    <a:pt x="1810819" y="1501977"/>
                  </a:cubicBezTo>
                  <a:lnTo>
                    <a:pt x="0" y="1501977"/>
                  </a:lnTo>
                  <a:close/>
                </a:path>
              </a:pathLst>
            </a:custGeom>
            <a:solidFill>
              <a:schemeClr val="accent1">
                <a:lumMod val="75000"/>
                <a:alpha val="65000"/>
              </a:schemeClr>
            </a:solidFill>
            <a:ln w="9331"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5172E9C8-35A3-478D-B6DC-7BD83B312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88140" y="5358009"/>
              <a:ext cx="3597678" cy="1499991"/>
            </a:xfrm>
            <a:custGeom>
              <a:avLst/>
              <a:gdLst>
                <a:gd name="connsiteX0" fmla="*/ 1786859 w 3597678"/>
                <a:gd name="connsiteY0" fmla="*/ 0 h 1499991"/>
                <a:gd name="connsiteX1" fmla="*/ 3597678 w 3597678"/>
                <a:gd name="connsiteY1" fmla="*/ 0 h 1499991"/>
                <a:gd name="connsiteX2" fmla="*/ 3597678 w 3597678"/>
                <a:gd name="connsiteY2" fmla="*/ 1499991 h 1499991"/>
                <a:gd name="connsiteX3" fmla="*/ 0 w 3597678"/>
                <a:gd name="connsiteY3" fmla="*/ 1499991 h 1499991"/>
                <a:gd name="connsiteX4" fmla="*/ 7610 w 3597678"/>
                <a:gd name="connsiteY4" fmla="*/ 1450127 h 1499991"/>
                <a:gd name="connsiteX5" fmla="*/ 1786859 w 3597678"/>
                <a:gd name="connsiteY5" fmla="*/ 0 h 149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7678" h="1499991">
                  <a:moveTo>
                    <a:pt x="1786859" y="0"/>
                  </a:moveTo>
                  <a:lnTo>
                    <a:pt x="3597678" y="0"/>
                  </a:lnTo>
                  <a:lnTo>
                    <a:pt x="3597678" y="1499991"/>
                  </a:lnTo>
                  <a:lnTo>
                    <a:pt x="0" y="1499991"/>
                  </a:lnTo>
                  <a:lnTo>
                    <a:pt x="7610" y="1450127"/>
                  </a:lnTo>
                  <a:cubicBezTo>
                    <a:pt x="176957" y="622534"/>
                    <a:pt x="909198" y="0"/>
                    <a:pt x="1786859" y="0"/>
                  </a:cubicBezTo>
                  <a:close/>
                </a:path>
              </a:pathLst>
            </a:custGeom>
            <a:solidFill>
              <a:schemeClr val="accent1">
                <a:lumMod val="60000"/>
                <a:lumOff val="40000"/>
                <a:alpha val="60000"/>
              </a:schemeClr>
            </a:solidFill>
            <a:ln w="9331" cap="flat">
              <a:noFill/>
              <a:prstDash val="solid"/>
              <a:miter/>
            </a:ln>
          </p:spPr>
          <p:txBody>
            <a:bodyPr rtlCol="0" anchor="ctr"/>
            <a:lstStyle/>
            <a:p>
              <a:endParaRPr lang="en-US" dirty="0"/>
            </a:p>
          </p:txBody>
        </p:sp>
      </p:grpSp>
      <p:sp>
        <p:nvSpPr>
          <p:cNvPr id="80" name="Texture">
            <a:extLst>
              <a:ext uri="{FF2B5EF4-FFF2-40B4-BE49-F238E27FC236}">
                <a16:creationId xmlns:a16="http://schemas.microsoft.com/office/drawing/2014/main" id="{2E922E9E-A29B-4164-A634-B718A4336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719C876F-5BE6-5D18-DBB3-CC98B70777FC}"/>
              </a:ext>
            </a:extLst>
          </p:cNvPr>
          <p:cNvSpPr>
            <a:spLocks noGrp="1"/>
          </p:cNvSpPr>
          <p:nvPr>
            <p:ph type="title"/>
          </p:nvPr>
        </p:nvSpPr>
        <p:spPr>
          <a:xfrm>
            <a:off x="457200" y="668049"/>
            <a:ext cx="7685037" cy="1325563"/>
          </a:xfrm>
        </p:spPr>
        <p:txBody>
          <a:bodyPr>
            <a:normAutofit/>
          </a:bodyPr>
          <a:lstStyle/>
          <a:p>
            <a:r>
              <a:rPr lang="en-GB" dirty="0"/>
              <a:t>WHAT IS ECZEMA?</a:t>
            </a:r>
            <a:endParaRPr lang="en-NL" dirty="0"/>
          </a:p>
        </p:txBody>
      </p:sp>
      <p:sp>
        <p:nvSpPr>
          <p:cNvPr id="3" name="Content Placeholder 2">
            <a:extLst>
              <a:ext uri="{FF2B5EF4-FFF2-40B4-BE49-F238E27FC236}">
                <a16:creationId xmlns:a16="http://schemas.microsoft.com/office/drawing/2014/main" id="{2F5E3411-6A63-063C-C7C7-6800D98A55B3}"/>
              </a:ext>
            </a:extLst>
          </p:cNvPr>
          <p:cNvSpPr>
            <a:spLocks noGrp="1"/>
          </p:cNvSpPr>
          <p:nvPr>
            <p:ph idx="1"/>
          </p:nvPr>
        </p:nvSpPr>
        <p:spPr>
          <a:xfrm>
            <a:off x="457200" y="2096713"/>
            <a:ext cx="7685037" cy="4080250"/>
          </a:xfrm>
        </p:spPr>
        <p:txBody>
          <a:bodyPr>
            <a:normAutofit/>
          </a:bodyPr>
          <a:lstStyle/>
          <a:p>
            <a:pPr marL="0" indent="0">
              <a:buNone/>
            </a:pPr>
            <a:r>
              <a:rPr lang="en-GB" dirty="0"/>
              <a:t>Eczema, also known as </a:t>
            </a:r>
            <a:r>
              <a:rPr lang="en-GB" b="1" dirty="0"/>
              <a:t>dermatitis</a:t>
            </a:r>
            <a:r>
              <a:rPr lang="en-GB" dirty="0"/>
              <a:t>, is a </a:t>
            </a:r>
            <a:r>
              <a:rPr lang="en-GB" b="1" dirty="0"/>
              <a:t>chronic inflammatory skin condition</a:t>
            </a:r>
            <a:r>
              <a:rPr lang="en-GB" dirty="0"/>
              <a:t> that causes the skin to become:</a:t>
            </a:r>
          </a:p>
          <a:p>
            <a:r>
              <a:rPr lang="en-GB" dirty="0"/>
              <a:t>Dry</a:t>
            </a:r>
          </a:p>
          <a:p>
            <a:r>
              <a:rPr lang="en-GB" dirty="0"/>
              <a:t>Red</a:t>
            </a:r>
          </a:p>
          <a:p>
            <a:r>
              <a:rPr lang="en-GB" dirty="0"/>
              <a:t>Itchy</a:t>
            </a:r>
          </a:p>
          <a:p>
            <a:r>
              <a:rPr lang="en-GB" dirty="0"/>
              <a:t>Sensitive</a:t>
            </a:r>
          </a:p>
          <a:p>
            <a:r>
              <a:rPr lang="en-GB" dirty="0"/>
              <a:t>Sometimes cracked or oozing</a:t>
            </a:r>
          </a:p>
          <a:p>
            <a:pPr marL="0" indent="0">
              <a:buNone/>
            </a:pPr>
            <a:r>
              <a:rPr lang="en-GB" dirty="0"/>
              <a:t>It is a </a:t>
            </a:r>
            <a:r>
              <a:rPr lang="en-GB" b="1" dirty="0"/>
              <a:t>long-term condition</a:t>
            </a:r>
            <a:r>
              <a:rPr lang="en-GB" dirty="0"/>
              <a:t> that can flare up periodically and is influenced by genetics, immune system sensitivity, skin barrier dysfunction, and environmental triggers.</a:t>
            </a:r>
          </a:p>
        </p:txBody>
      </p:sp>
      <p:pic>
        <p:nvPicPr>
          <p:cNvPr id="7" name="Picture 6" descr="A poster of a person's body&#10;&#10;AI-generated content may be incorrect.">
            <a:extLst>
              <a:ext uri="{FF2B5EF4-FFF2-40B4-BE49-F238E27FC236}">
                <a16:creationId xmlns:a16="http://schemas.microsoft.com/office/drawing/2014/main" id="{DCBA116A-AAC0-D988-DDF5-8A17500B7966}"/>
              </a:ext>
            </a:extLst>
          </p:cNvPr>
          <p:cNvPicPr>
            <a:picLocks noChangeAspect="1"/>
          </p:cNvPicPr>
          <p:nvPr/>
        </p:nvPicPr>
        <p:blipFill>
          <a:blip r:embed="rId3">
            <a:extLst>
              <a:ext uri="{28A0092B-C50C-407E-A947-70E740481C1C}">
                <a14:useLocalDpi xmlns:a14="http://schemas.microsoft.com/office/drawing/2010/main" val="0"/>
              </a:ext>
            </a:extLst>
          </a:blip>
          <a:srcRect r="-3" b="-3"/>
          <a:stretch>
            <a:fillRect/>
          </a:stretch>
        </p:blipFill>
        <p:spPr>
          <a:xfrm>
            <a:off x="8313705" y="1605900"/>
            <a:ext cx="3572113" cy="3572112"/>
          </a:xfrm>
          <a:custGeom>
            <a:avLst/>
            <a:gdLst/>
            <a:ahLst/>
            <a:cxnLst/>
            <a:rect l="l" t="t" r="r" b="b"/>
            <a:pathLst>
              <a:path w="3646992" h="3646991">
                <a:moveTo>
                  <a:pt x="0" y="0"/>
                </a:moveTo>
                <a:lnTo>
                  <a:pt x="1820818" y="0"/>
                </a:lnTo>
                <a:cubicBezTo>
                  <a:pt x="2829397" y="0"/>
                  <a:pt x="3646992" y="817595"/>
                  <a:pt x="3646992" y="1826174"/>
                </a:cubicBezTo>
                <a:lnTo>
                  <a:pt x="3646992" y="3646991"/>
                </a:lnTo>
                <a:lnTo>
                  <a:pt x="1826174" y="3646991"/>
                </a:lnTo>
                <a:cubicBezTo>
                  <a:pt x="817595" y="3646991"/>
                  <a:pt x="0" y="2829396"/>
                  <a:pt x="0" y="1820817"/>
                </a:cubicBezTo>
                <a:close/>
              </a:path>
            </a:pathLst>
          </a:custGeom>
          <a:solidFill>
            <a:srgbClr val="FFFFFF"/>
          </a:solidFill>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4095058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6" name="Background Fill">
            <a:extLst>
              <a:ext uri="{FF2B5EF4-FFF2-40B4-BE49-F238E27FC236}">
                <a16:creationId xmlns:a16="http://schemas.microsoft.com/office/drawing/2014/main" id="{471A3572-4543-4883-A749-0458CD870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82" name="Color Fill">
            <a:extLst>
              <a:ext uri="{FF2B5EF4-FFF2-40B4-BE49-F238E27FC236}">
                <a16:creationId xmlns:a16="http://schemas.microsoft.com/office/drawing/2014/main" id="{4036AB30-180B-4ED5-A38B-175705419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a:solidFill>
                <a:schemeClr val="bg2">
                  <a:lumMod val="75000"/>
                  <a:lumOff val="25000"/>
                </a:schemeClr>
              </a:solidFill>
            </a:endParaRPr>
          </a:p>
        </p:txBody>
      </p:sp>
      <p:sp>
        <p:nvSpPr>
          <p:cNvPr id="88" name="Background Leaf">
            <a:extLst>
              <a:ext uri="{FF2B5EF4-FFF2-40B4-BE49-F238E27FC236}">
                <a16:creationId xmlns:a16="http://schemas.microsoft.com/office/drawing/2014/main" id="{E00BDB36-26F9-4870-887D-DBEBE42AD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04504" y="-5716"/>
            <a:ext cx="8284448" cy="6858000"/>
          </a:xfrm>
          <a:custGeom>
            <a:avLst/>
            <a:gdLst>
              <a:gd name="connsiteX0" fmla="*/ 0 w 8284448"/>
              <a:gd name="connsiteY0" fmla="*/ 0 h 6858000"/>
              <a:gd name="connsiteX1" fmla="*/ 5949669 w 8284448"/>
              <a:gd name="connsiteY1" fmla="*/ 0 h 6858000"/>
              <a:gd name="connsiteX2" fmla="*/ 6097735 w 8284448"/>
              <a:gd name="connsiteY2" fmla="*/ 77067 h 6858000"/>
              <a:gd name="connsiteX3" fmla="*/ 8284448 w 8284448"/>
              <a:gd name="connsiteY3" fmla="*/ 3810917 h 6858000"/>
              <a:gd name="connsiteX4" fmla="*/ 8284448 w 8284448"/>
              <a:gd name="connsiteY4" fmla="*/ 6858000 h 6858000"/>
              <a:gd name="connsiteX5" fmla="*/ 1225332 w 8284448"/>
              <a:gd name="connsiteY5" fmla="*/ 6858000 h 6858000"/>
              <a:gd name="connsiteX6" fmla="*/ 1163726 w 8284448"/>
              <a:gd name="connsiteY6" fmla="*/ 6801098 h 6858000"/>
              <a:gd name="connsiteX7" fmla="*/ 24800 w 8284448"/>
              <a:gd name="connsiteY7" fmla="*/ 4654257 h 6858000"/>
              <a:gd name="connsiteX8" fmla="*/ 0 w 8284448"/>
              <a:gd name="connsiteY8" fmla="*/ 44891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84448" h="6858000">
                <a:moveTo>
                  <a:pt x="0" y="0"/>
                </a:moveTo>
                <a:lnTo>
                  <a:pt x="5949669" y="0"/>
                </a:lnTo>
                <a:lnTo>
                  <a:pt x="6097735" y="77067"/>
                </a:lnTo>
                <a:cubicBezTo>
                  <a:pt x="7400247" y="796137"/>
                  <a:pt x="8284448" y="2198576"/>
                  <a:pt x="8284448" y="3810917"/>
                </a:cubicBezTo>
                <a:lnTo>
                  <a:pt x="8284448" y="6858000"/>
                </a:lnTo>
                <a:lnTo>
                  <a:pt x="1225332" y="6858000"/>
                </a:lnTo>
                <a:lnTo>
                  <a:pt x="1163726" y="6801098"/>
                </a:lnTo>
                <a:cubicBezTo>
                  <a:pt x="596622" y="6224771"/>
                  <a:pt x="191778" y="5483545"/>
                  <a:pt x="24800" y="4654257"/>
                </a:cubicBezTo>
                <a:lnTo>
                  <a:pt x="0" y="4489113"/>
                </a:lnTo>
                <a:close/>
              </a:path>
            </a:pathLst>
          </a:custGeom>
          <a:solidFill>
            <a:schemeClr val="bg2">
              <a:alpha val="30000"/>
            </a:schemeClr>
          </a:solidFill>
          <a:ln w="9525" cap="flat">
            <a:noFill/>
            <a:prstDash val="solid"/>
            <a:miter/>
          </a:ln>
        </p:spPr>
        <p:txBody>
          <a:bodyPr wrap="square" rtlCol="0" anchor="ctr">
            <a:noAutofit/>
          </a:bodyPr>
          <a:lstStyle/>
          <a:p>
            <a:endParaRPr lang="en-US"/>
          </a:p>
        </p:txBody>
      </p:sp>
      <p:sp>
        <p:nvSpPr>
          <p:cNvPr id="94" name="Texture">
            <a:extLst>
              <a:ext uri="{FF2B5EF4-FFF2-40B4-BE49-F238E27FC236}">
                <a16:creationId xmlns:a16="http://schemas.microsoft.com/office/drawing/2014/main" id="{DC83D935-436B-4F4D-A47B-4FD95E2C1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lIns="0" rIns="0" rtlCol="0" anchor="ctr"/>
          <a:lstStyle/>
          <a:p>
            <a:endParaRPr lang="en-US"/>
          </a:p>
        </p:txBody>
      </p:sp>
      <p:sp>
        <p:nvSpPr>
          <p:cNvPr id="2" name="Title 1">
            <a:extLst>
              <a:ext uri="{FF2B5EF4-FFF2-40B4-BE49-F238E27FC236}">
                <a16:creationId xmlns:a16="http://schemas.microsoft.com/office/drawing/2014/main" id="{1FF64FE6-1470-2626-A879-B24BAF60B900}"/>
              </a:ext>
            </a:extLst>
          </p:cNvPr>
          <p:cNvSpPr>
            <a:spLocks noGrp="1"/>
          </p:cNvSpPr>
          <p:nvPr>
            <p:ph type="title"/>
          </p:nvPr>
        </p:nvSpPr>
        <p:spPr>
          <a:xfrm>
            <a:off x="457200" y="668049"/>
            <a:ext cx="3313075" cy="5589741"/>
          </a:xfrm>
        </p:spPr>
        <p:txBody>
          <a:bodyPr vert="horz" lIns="91440" tIns="45720" rIns="91440" bIns="45720" rtlCol="0">
            <a:normAutofit/>
          </a:bodyPr>
          <a:lstStyle/>
          <a:p>
            <a:r>
              <a:rPr lang="en-US" dirty="0"/>
              <a:t>How many people are affected by it?</a:t>
            </a:r>
          </a:p>
        </p:txBody>
      </p:sp>
      <p:graphicFrame>
        <p:nvGraphicFramePr>
          <p:cNvPr id="100" name="Content Placeholder 2">
            <a:extLst>
              <a:ext uri="{FF2B5EF4-FFF2-40B4-BE49-F238E27FC236}">
                <a16:creationId xmlns:a16="http://schemas.microsoft.com/office/drawing/2014/main" id="{582EE031-8515-C510-7E42-F7975C49FF38}"/>
              </a:ext>
            </a:extLst>
          </p:cNvPr>
          <p:cNvGraphicFramePr>
            <a:graphicFrameLocks noGrp="1"/>
          </p:cNvGraphicFramePr>
          <p:nvPr>
            <p:ph idx="1"/>
            <p:extLst>
              <p:ext uri="{D42A27DB-BD31-4B8C-83A1-F6EECF244321}">
                <p14:modId xmlns:p14="http://schemas.microsoft.com/office/powerpoint/2010/main" val="754348539"/>
              </p:ext>
            </p:extLst>
          </p:nvPr>
        </p:nvGraphicFramePr>
        <p:xfrm>
          <a:off x="4866688" y="668048"/>
          <a:ext cx="6883352" cy="55089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Graphic 11" descr="Earth globe: Americas with solid fill">
            <a:extLst>
              <a:ext uri="{FF2B5EF4-FFF2-40B4-BE49-F238E27FC236}">
                <a16:creationId xmlns:a16="http://schemas.microsoft.com/office/drawing/2014/main" id="{95B5BD9B-E5B2-C087-70B0-D5E709A9528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80076" y="1328057"/>
            <a:ext cx="914400" cy="914400"/>
          </a:xfrm>
          <a:prstGeom prst="rect">
            <a:avLst/>
          </a:prstGeom>
        </p:spPr>
      </p:pic>
      <p:pic>
        <p:nvPicPr>
          <p:cNvPr id="21" name="Graphic 20" descr="Baby with solid fill">
            <a:extLst>
              <a:ext uri="{FF2B5EF4-FFF2-40B4-BE49-F238E27FC236}">
                <a16:creationId xmlns:a16="http://schemas.microsoft.com/office/drawing/2014/main" id="{AF0266E4-0184-A2D1-16AC-51C571A6B3C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71962" y="3015343"/>
            <a:ext cx="914400" cy="914400"/>
          </a:xfrm>
          <a:prstGeom prst="rect">
            <a:avLst/>
          </a:prstGeom>
        </p:spPr>
      </p:pic>
      <p:pic>
        <p:nvPicPr>
          <p:cNvPr id="29" name="Graphic 28" descr="Balloon animal with solid fill">
            <a:extLst>
              <a:ext uri="{FF2B5EF4-FFF2-40B4-BE49-F238E27FC236}">
                <a16:creationId xmlns:a16="http://schemas.microsoft.com/office/drawing/2014/main" id="{ED03CD4B-45C7-068F-207E-59E4DAE1B24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135009" y="4615544"/>
            <a:ext cx="914400" cy="914400"/>
          </a:xfrm>
          <a:prstGeom prst="rect">
            <a:avLst/>
          </a:prstGeom>
        </p:spPr>
      </p:pic>
    </p:spTree>
    <p:extLst>
      <p:ext uri="{BB962C8B-B14F-4D97-AF65-F5344CB8AC3E}">
        <p14:creationId xmlns:p14="http://schemas.microsoft.com/office/powerpoint/2010/main" val="241798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Background Fill">
            <a:extLst>
              <a:ext uri="{FF2B5EF4-FFF2-40B4-BE49-F238E27FC236}">
                <a16:creationId xmlns:a16="http://schemas.microsoft.com/office/drawing/2014/main" id="{03AE087C-11E2-4305-9282-D7F122FE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9525" cap="flat">
            <a:noFill/>
            <a:prstDash val="solid"/>
            <a:miter/>
          </a:ln>
        </p:spPr>
        <p:txBody>
          <a:bodyPr rtlCol="0" anchor="ctr"/>
          <a:lstStyle/>
          <a:p>
            <a:endParaRPr lang="en-US">
              <a:solidFill>
                <a:schemeClr val="tx1"/>
              </a:solidFill>
            </a:endParaRPr>
          </a:p>
        </p:txBody>
      </p:sp>
      <p:pic>
        <p:nvPicPr>
          <p:cNvPr id="6" name="Picture 5" descr="Person sanitising hand">
            <a:extLst>
              <a:ext uri="{FF2B5EF4-FFF2-40B4-BE49-F238E27FC236}">
                <a16:creationId xmlns:a16="http://schemas.microsoft.com/office/drawing/2014/main" id="{CC729A49-4F25-60A9-C9D7-7A4FAB9B6587}"/>
              </a:ext>
            </a:extLst>
          </p:cNvPr>
          <p:cNvPicPr>
            <a:picLocks noChangeAspect="1"/>
          </p:cNvPicPr>
          <p:nvPr/>
        </p:nvPicPr>
        <p:blipFill>
          <a:blip r:embed="rId3">
            <a:alphaModFix amt="70000"/>
          </a:blip>
          <a:srcRect t="8498" r="-1" b="9663"/>
          <a:stretch>
            <a:fillRect/>
          </a:stretch>
        </p:blipFill>
        <p:spPr>
          <a:xfrm>
            <a:off x="20" y="10"/>
            <a:ext cx="12188932" cy="6857990"/>
          </a:xfrm>
          <a:prstGeom prst="rect">
            <a:avLst/>
          </a:prstGeom>
        </p:spPr>
      </p:pic>
      <p:sp>
        <p:nvSpPr>
          <p:cNvPr id="2" name="Title 1">
            <a:extLst>
              <a:ext uri="{FF2B5EF4-FFF2-40B4-BE49-F238E27FC236}">
                <a16:creationId xmlns:a16="http://schemas.microsoft.com/office/drawing/2014/main" id="{65EDD10E-082D-5374-EB29-36067B6B7793}"/>
              </a:ext>
            </a:extLst>
          </p:cNvPr>
          <p:cNvSpPr>
            <a:spLocks noGrp="1"/>
          </p:cNvSpPr>
          <p:nvPr>
            <p:ph type="title"/>
          </p:nvPr>
        </p:nvSpPr>
        <p:spPr>
          <a:xfrm>
            <a:off x="457200" y="668049"/>
            <a:ext cx="7685037" cy="1325563"/>
          </a:xfrm>
        </p:spPr>
        <p:txBody>
          <a:bodyPr>
            <a:normAutofit/>
          </a:bodyPr>
          <a:lstStyle/>
          <a:p>
            <a:r>
              <a:rPr lang="en-GB">
                <a:solidFill>
                  <a:srgbClr val="FFFFFF"/>
                </a:solidFill>
              </a:rPr>
              <a:t>What Is the Problem? </a:t>
            </a:r>
            <a:endParaRPr lang="en-NL">
              <a:solidFill>
                <a:srgbClr val="FFFFFF"/>
              </a:solidFill>
            </a:endParaRPr>
          </a:p>
        </p:txBody>
      </p:sp>
      <p:sp>
        <p:nvSpPr>
          <p:cNvPr id="3" name="Content Placeholder 2">
            <a:extLst>
              <a:ext uri="{FF2B5EF4-FFF2-40B4-BE49-F238E27FC236}">
                <a16:creationId xmlns:a16="http://schemas.microsoft.com/office/drawing/2014/main" id="{A0E6CB36-F1AC-A4D6-9B57-A700BDC2025B}"/>
              </a:ext>
            </a:extLst>
          </p:cNvPr>
          <p:cNvSpPr>
            <a:spLocks noGrp="1"/>
          </p:cNvSpPr>
          <p:nvPr>
            <p:ph idx="1"/>
          </p:nvPr>
        </p:nvSpPr>
        <p:spPr>
          <a:xfrm>
            <a:off x="457200" y="2096713"/>
            <a:ext cx="7685037" cy="4080250"/>
          </a:xfrm>
        </p:spPr>
        <p:txBody>
          <a:bodyPr>
            <a:normAutofit/>
          </a:bodyPr>
          <a:lstStyle/>
          <a:p>
            <a:pPr marL="0" indent="0">
              <a:buNone/>
            </a:pPr>
            <a:r>
              <a:rPr lang="en-GB" dirty="0">
                <a:solidFill>
                  <a:srgbClr val="FFFFFF"/>
                </a:solidFill>
              </a:rPr>
              <a:t>Eczema is </a:t>
            </a:r>
            <a:r>
              <a:rPr lang="en-GB" b="1" dirty="0">
                <a:solidFill>
                  <a:srgbClr val="FFFFFF"/>
                </a:solidFill>
              </a:rPr>
              <a:t>not just a skin rash</a:t>
            </a:r>
            <a:r>
              <a:rPr lang="en-GB" dirty="0">
                <a:solidFill>
                  <a:srgbClr val="FFFFFF"/>
                </a:solidFill>
              </a:rPr>
              <a:t> , it affects physical, emotional, and social well-being.</a:t>
            </a:r>
          </a:p>
          <a:p>
            <a:pPr marL="0" indent="0">
              <a:buNone/>
            </a:pPr>
            <a:endParaRPr lang="es-US" dirty="0">
              <a:solidFill>
                <a:srgbClr val="FFFFFF"/>
              </a:solidFill>
            </a:endParaRPr>
          </a:p>
          <a:p>
            <a:pPr marL="457200" indent="-457200">
              <a:buAutoNum type="alphaUcPeriod"/>
            </a:pPr>
            <a:r>
              <a:rPr lang="en-GB" b="1" dirty="0">
                <a:solidFill>
                  <a:srgbClr val="FFFFFF"/>
                </a:solidFill>
              </a:rPr>
              <a:t>Daily Symptoms</a:t>
            </a:r>
            <a:r>
              <a:rPr lang="en-GB" dirty="0">
                <a:solidFill>
                  <a:srgbClr val="FFFFFF"/>
                </a:solidFill>
              </a:rPr>
              <a:t>: itchiness, painful flare ups, sleepless nights..</a:t>
            </a:r>
          </a:p>
          <a:p>
            <a:pPr marL="457200" indent="-457200">
              <a:buAutoNum type="alphaUcPeriod"/>
            </a:pPr>
            <a:r>
              <a:rPr lang="en-GB" b="1" dirty="0">
                <a:solidFill>
                  <a:srgbClr val="FFFFFF"/>
                </a:solidFill>
              </a:rPr>
              <a:t>Psychological Impact: </a:t>
            </a:r>
            <a:r>
              <a:rPr lang="en-GB" dirty="0">
                <a:solidFill>
                  <a:srgbClr val="FFFFFF"/>
                </a:solidFill>
              </a:rPr>
              <a:t>stress and anxiety, social withdrawal..</a:t>
            </a:r>
          </a:p>
          <a:p>
            <a:pPr marL="457200" indent="-457200">
              <a:buAutoNum type="alphaUcPeriod"/>
            </a:pPr>
            <a:r>
              <a:rPr lang="en-GB" b="1" dirty="0">
                <a:solidFill>
                  <a:srgbClr val="FFFFFF"/>
                </a:solidFill>
              </a:rPr>
              <a:t>Treatment Challenges: </a:t>
            </a:r>
            <a:r>
              <a:rPr lang="en-GB" dirty="0">
                <a:solidFill>
                  <a:srgbClr val="FFFFFF"/>
                </a:solidFill>
              </a:rPr>
              <a:t>No cure- Treatment..</a:t>
            </a:r>
          </a:p>
          <a:p>
            <a:pPr marL="457200" indent="-457200">
              <a:buAutoNum type="alphaUcPeriod"/>
            </a:pPr>
            <a:r>
              <a:rPr lang="en-GB" b="1" dirty="0">
                <a:solidFill>
                  <a:srgbClr val="FFFFFF"/>
                </a:solidFill>
              </a:rPr>
              <a:t>Healthcare Burden: </a:t>
            </a:r>
            <a:r>
              <a:rPr lang="en-GB" dirty="0">
                <a:solidFill>
                  <a:srgbClr val="FFFFFF"/>
                </a:solidFill>
              </a:rPr>
              <a:t>Frequent visits to doctors</a:t>
            </a:r>
          </a:p>
        </p:txBody>
      </p:sp>
      <p:grpSp>
        <p:nvGrpSpPr>
          <p:cNvPr id="12" name="Group 11">
            <a:extLst>
              <a:ext uri="{FF2B5EF4-FFF2-40B4-BE49-F238E27FC236}">
                <a16:creationId xmlns:a16="http://schemas.microsoft.com/office/drawing/2014/main" id="{7CECCFA5-40A0-4B37-8B7B-D912C28A15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300855" y="0"/>
            <a:ext cx="1891145" cy="5600700"/>
            <a:chOff x="10300855" y="0"/>
            <a:chExt cx="1891145" cy="5600700"/>
          </a:xfrm>
        </p:grpSpPr>
        <p:sp>
          <p:nvSpPr>
            <p:cNvPr id="13" name="Oval 12">
              <a:extLst>
                <a:ext uri="{FF2B5EF4-FFF2-40B4-BE49-F238E27FC236}">
                  <a16:creationId xmlns:a16="http://schemas.microsoft.com/office/drawing/2014/main" id="{A769C0F1-62DE-46AE-9526-CBD795D16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Graphic 9">
              <a:extLst>
                <a:ext uri="{FF2B5EF4-FFF2-40B4-BE49-F238E27FC236}">
                  <a16:creationId xmlns:a16="http://schemas.microsoft.com/office/drawing/2014/main" id="{340BA6BB-87A1-4F4A-8B9B-D7B83FE582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0568" y="2199078"/>
              <a:ext cx="1195288" cy="119528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lumMod val="75000"/>
                <a:alpha val="65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5" name="Freeform: Shape 14">
              <a:extLst>
                <a:ext uri="{FF2B5EF4-FFF2-40B4-BE49-F238E27FC236}">
                  <a16:creationId xmlns:a16="http://schemas.microsoft.com/office/drawing/2014/main" id="{ECC2ADB9-B92C-4252-B47E-B41B61AFF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6" name="Freeform: Shape 15">
              <a:extLst>
                <a:ext uri="{FF2B5EF4-FFF2-40B4-BE49-F238E27FC236}">
                  <a16:creationId xmlns:a16="http://schemas.microsoft.com/office/drawing/2014/main" id="{CC02BB26-7CE5-4FAE-A255-5DEF1B3F36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7" name="Graphic 9">
              <a:extLst>
                <a:ext uri="{FF2B5EF4-FFF2-40B4-BE49-F238E27FC236}">
                  <a16:creationId xmlns:a16="http://schemas.microsoft.com/office/drawing/2014/main" id="{B65C1BB9-F5F2-4728-B47D-3B2F995E9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0300855" y="0"/>
              <a:ext cx="1891145" cy="1891145"/>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8" name="Graphic 9">
              <a:extLst>
                <a:ext uri="{FF2B5EF4-FFF2-40B4-BE49-F238E27FC236}">
                  <a16:creationId xmlns:a16="http://schemas.microsoft.com/office/drawing/2014/main" id="{A26117A4-4B2F-495A-87A5-63E265B526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0424367" y="122795"/>
              <a:ext cx="1644119" cy="164411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Tree>
    <p:extLst>
      <p:ext uri="{BB962C8B-B14F-4D97-AF65-F5344CB8AC3E}">
        <p14:creationId xmlns:p14="http://schemas.microsoft.com/office/powerpoint/2010/main" val="1109982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3" name="Background Fill">
            <a:extLst>
              <a:ext uri="{FF2B5EF4-FFF2-40B4-BE49-F238E27FC236}">
                <a16:creationId xmlns:a16="http://schemas.microsoft.com/office/drawing/2014/main" id="{FAFB3478-4AEC-431E-93B2-1593839C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64" name="Color Fill">
            <a:extLst>
              <a:ext uri="{FF2B5EF4-FFF2-40B4-BE49-F238E27FC236}">
                <a16:creationId xmlns:a16="http://schemas.microsoft.com/office/drawing/2014/main" id="{BA44E6CA-03F3-47EA-A9F3-5C0674E28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65" name="Group 64">
            <a:extLst>
              <a:ext uri="{FF2B5EF4-FFF2-40B4-BE49-F238E27FC236}">
                <a16:creationId xmlns:a16="http://schemas.microsoft.com/office/drawing/2014/main" id="{0F12AF72-0A2D-40D4-A252-24C87E05DA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34870" y="0"/>
            <a:ext cx="4257130" cy="6858000"/>
            <a:chOff x="7934870" y="0"/>
            <a:chExt cx="4257130" cy="6858000"/>
          </a:xfrm>
        </p:grpSpPr>
        <p:sp>
          <p:nvSpPr>
            <p:cNvPr id="66" name="Freeform: Shape 27">
              <a:extLst>
                <a:ext uri="{FF2B5EF4-FFF2-40B4-BE49-F238E27FC236}">
                  <a16:creationId xmlns:a16="http://schemas.microsoft.com/office/drawing/2014/main" id="{D88A98EA-9E50-4276-960F-ECEAF77660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48949" y="5077229"/>
              <a:ext cx="2643051" cy="1780771"/>
            </a:xfrm>
            <a:custGeom>
              <a:avLst/>
              <a:gdLst>
                <a:gd name="connsiteX0" fmla="*/ 688454 w 2606118"/>
                <a:gd name="connsiteY0" fmla="*/ 45 h 1780771"/>
                <a:gd name="connsiteX1" fmla="*/ 2185726 w 2606118"/>
                <a:gd name="connsiteY1" fmla="*/ 493214 h 1780771"/>
                <a:gd name="connsiteX2" fmla="*/ 2604211 w 2606118"/>
                <a:gd name="connsiteY2" fmla="*/ 1304250 h 1780771"/>
                <a:gd name="connsiteX3" fmla="*/ 2606118 w 2606118"/>
                <a:gd name="connsiteY3" fmla="*/ 1313978 h 1780771"/>
                <a:gd name="connsiteX4" fmla="*/ 2606118 w 2606118"/>
                <a:gd name="connsiteY4" fmla="*/ 1780771 h 1780771"/>
                <a:gd name="connsiteX5" fmla="*/ 215846 w 2606118"/>
                <a:gd name="connsiteY5" fmla="*/ 1780771 h 1780771"/>
                <a:gd name="connsiteX6" fmla="*/ 187787 w 2606118"/>
                <a:gd name="connsiteY6" fmla="*/ 1724104 h 1780771"/>
                <a:gd name="connsiteX7" fmla="*/ 49732 w 2606118"/>
                <a:gd name="connsiteY7" fmla="*/ 49732 h 1780771"/>
                <a:gd name="connsiteX8" fmla="*/ 688454 w 2606118"/>
                <a:gd name="connsiteY8" fmla="*/ 45 h 178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6118" h="1780771">
                  <a:moveTo>
                    <a:pt x="688454" y="45"/>
                  </a:moveTo>
                  <a:cubicBezTo>
                    <a:pt x="1159303" y="2313"/>
                    <a:pt x="1785062" y="92550"/>
                    <a:pt x="2185726" y="493214"/>
                  </a:cubicBezTo>
                  <a:cubicBezTo>
                    <a:pt x="2408317" y="715805"/>
                    <a:pt x="2535097" y="1007870"/>
                    <a:pt x="2604211" y="1304250"/>
                  </a:cubicBezTo>
                  <a:lnTo>
                    <a:pt x="2606118" y="1313978"/>
                  </a:lnTo>
                  <a:lnTo>
                    <a:pt x="2606118" y="1780771"/>
                  </a:lnTo>
                  <a:lnTo>
                    <a:pt x="215846" y="1780771"/>
                  </a:lnTo>
                  <a:lnTo>
                    <a:pt x="187787" y="1724104"/>
                  </a:lnTo>
                  <a:cubicBezTo>
                    <a:pt x="-127724" y="989597"/>
                    <a:pt x="49732" y="49732"/>
                    <a:pt x="49732" y="49732"/>
                  </a:cubicBezTo>
                  <a:cubicBezTo>
                    <a:pt x="49732" y="49732"/>
                    <a:pt x="322237" y="-1720"/>
                    <a:pt x="688454" y="45"/>
                  </a:cubicBezTo>
                  <a:close/>
                </a:path>
              </a:pathLst>
            </a:custGeom>
            <a:solidFill>
              <a:schemeClr val="accent1">
                <a:lumMod val="60000"/>
                <a:lumOff val="40000"/>
                <a:alpha val="40000"/>
              </a:schemeClr>
            </a:solidFill>
            <a:ln w="9331" cap="flat">
              <a:noFill/>
              <a:prstDash val="solid"/>
              <a:miter/>
            </a:ln>
          </p:spPr>
          <p:txBody>
            <a:bodyPr rtlCol="0" anchor="ctr"/>
            <a:lstStyle/>
            <a:p>
              <a:endParaRPr lang="en-US" dirty="0"/>
            </a:p>
          </p:txBody>
        </p:sp>
        <p:sp>
          <p:nvSpPr>
            <p:cNvPr id="67" name="Freeform: Shape 28">
              <a:extLst>
                <a:ext uri="{FF2B5EF4-FFF2-40B4-BE49-F238E27FC236}">
                  <a16:creationId xmlns:a16="http://schemas.microsoft.com/office/drawing/2014/main" id="{CB3898D6-076D-4851-882A-D47468169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60221" y="469962"/>
              <a:ext cx="528731" cy="1057462"/>
            </a:xfrm>
            <a:custGeom>
              <a:avLst/>
              <a:gdLst>
                <a:gd name="connsiteX0" fmla="*/ 528731 w 528731"/>
                <a:gd name="connsiteY0" fmla="*/ 0 h 1057462"/>
                <a:gd name="connsiteX1" fmla="*/ 528731 w 528731"/>
                <a:gd name="connsiteY1" fmla="*/ 1057462 h 1057462"/>
                <a:gd name="connsiteX2" fmla="*/ 0 w 528731"/>
                <a:gd name="connsiteY2" fmla="*/ 528731 h 1057462"/>
                <a:gd name="connsiteX3" fmla="*/ 528731 w 528731"/>
                <a:gd name="connsiteY3" fmla="*/ 0 h 1057462"/>
              </a:gdLst>
              <a:ahLst/>
              <a:cxnLst>
                <a:cxn ang="0">
                  <a:pos x="connsiteX0" y="connsiteY0"/>
                </a:cxn>
                <a:cxn ang="0">
                  <a:pos x="connsiteX1" y="connsiteY1"/>
                </a:cxn>
                <a:cxn ang="0">
                  <a:pos x="connsiteX2" y="connsiteY2"/>
                </a:cxn>
                <a:cxn ang="0">
                  <a:pos x="connsiteX3" y="connsiteY3"/>
                </a:cxn>
              </a:cxnLst>
              <a:rect l="l" t="t" r="r" b="b"/>
              <a:pathLst>
                <a:path w="528731" h="1057462">
                  <a:moveTo>
                    <a:pt x="528731" y="0"/>
                  </a:moveTo>
                  <a:lnTo>
                    <a:pt x="528731" y="1057462"/>
                  </a:lnTo>
                  <a:cubicBezTo>
                    <a:pt x="236721" y="1057462"/>
                    <a:pt x="0" y="820741"/>
                    <a:pt x="0" y="528731"/>
                  </a:cubicBezTo>
                  <a:cubicBezTo>
                    <a:pt x="0" y="236721"/>
                    <a:pt x="236721" y="0"/>
                    <a:pt x="528731" y="0"/>
                  </a:cubicBezTo>
                  <a:close/>
                </a:path>
              </a:pathLst>
            </a:custGeom>
            <a:solidFill>
              <a:schemeClr val="accent1">
                <a:lumMod val="75000"/>
                <a:alpha val="65000"/>
              </a:schemeClr>
            </a:solidFill>
            <a:ln w="9331" cap="flat">
              <a:noFill/>
              <a:prstDash val="solid"/>
              <a:miter/>
            </a:ln>
          </p:spPr>
          <p:txBody>
            <a:bodyPr rtlCol="0" anchor="ctr"/>
            <a:lstStyle/>
            <a:p>
              <a:endParaRPr lang="en-US"/>
            </a:p>
          </p:txBody>
        </p:sp>
        <p:sp>
          <p:nvSpPr>
            <p:cNvPr id="68" name="Oval 67">
              <a:extLst>
                <a:ext uri="{FF2B5EF4-FFF2-40B4-BE49-F238E27FC236}">
                  <a16:creationId xmlns:a16="http://schemas.microsoft.com/office/drawing/2014/main" id="{B7488EFE-4EEE-4339-8F66-31FAF34B4C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65646" y="1470520"/>
              <a:ext cx="328008" cy="328008"/>
            </a:xfrm>
            <a:prstGeom prst="ellipse">
              <a:avLst/>
            </a:prstGeom>
            <a:pattFill prst="pct5">
              <a:fgClr>
                <a:schemeClr val="accent4">
                  <a:lumMod val="20000"/>
                  <a:lumOff val="80000"/>
                </a:schemeClr>
              </a:fgClr>
              <a:bgClr>
                <a:schemeClr val="accent4">
                  <a:lumMod val="60000"/>
                  <a:lumOff val="40000"/>
                </a:schemeClr>
              </a:bgClr>
            </a:pattFill>
            <a:ln w="9525" cap="flat">
              <a:noFill/>
              <a:prstDash val="solid"/>
              <a:miter/>
            </a:ln>
          </p:spPr>
          <p:txBody>
            <a:bodyPr rtlCol="0" anchor="ctr"/>
            <a:lstStyle/>
            <a:p>
              <a:endParaRPr lang="en-US">
                <a:solidFill>
                  <a:schemeClr val="tx1"/>
                </a:solidFill>
              </a:endParaRPr>
            </a:p>
          </p:txBody>
        </p:sp>
        <p:sp>
          <p:nvSpPr>
            <p:cNvPr id="69" name="Freeform: Shape 30">
              <a:extLst>
                <a:ext uri="{FF2B5EF4-FFF2-40B4-BE49-F238E27FC236}">
                  <a16:creationId xmlns:a16="http://schemas.microsoft.com/office/drawing/2014/main" id="{85C8BA76-F88E-472D-B6F3-07C1A1580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34870" y="1"/>
              <a:ext cx="3034340" cy="2483913"/>
            </a:xfrm>
            <a:custGeom>
              <a:avLst/>
              <a:gdLst>
                <a:gd name="connsiteX0" fmla="*/ 39219 w 3034340"/>
                <a:gd name="connsiteY0" fmla="*/ 0 h 2483913"/>
                <a:gd name="connsiteX1" fmla="*/ 2995122 w 3034340"/>
                <a:gd name="connsiteY1" fmla="*/ 0 h 2483913"/>
                <a:gd name="connsiteX2" fmla="*/ 3006509 w 3034340"/>
                <a:gd name="connsiteY2" fmla="*/ 46641 h 2483913"/>
                <a:gd name="connsiteX3" fmla="*/ 2589045 w 3034340"/>
                <a:gd name="connsiteY3" fmla="*/ 1412038 h 2483913"/>
                <a:gd name="connsiteX4" fmla="*/ 1517170 w 3034340"/>
                <a:gd name="connsiteY4" fmla="*/ 2483913 h 2483913"/>
                <a:gd name="connsiteX5" fmla="*/ 445296 w 3034340"/>
                <a:gd name="connsiteY5" fmla="*/ 1412038 h 2483913"/>
                <a:gd name="connsiteX6" fmla="*/ 27832 w 3034340"/>
                <a:gd name="connsiteY6" fmla="*/ 46641 h 248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4340" h="2483913">
                  <a:moveTo>
                    <a:pt x="39219" y="0"/>
                  </a:moveTo>
                  <a:lnTo>
                    <a:pt x="2995122" y="0"/>
                  </a:lnTo>
                  <a:lnTo>
                    <a:pt x="3006509" y="46641"/>
                  </a:lnTo>
                  <a:cubicBezTo>
                    <a:pt x="3099279" y="525788"/>
                    <a:pt x="2960124" y="1040959"/>
                    <a:pt x="2589045" y="1412038"/>
                  </a:cubicBezTo>
                  <a:lnTo>
                    <a:pt x="1517170" y="2483913"/>
                  </a:lnTo>
                  <a:lnTo>
                    <a:pt x="445296" y="1412038"/>
                  </a:lnTo>
                  <a:cubicBezTo>
                    <a:pt x="74217" y="1040959"/>
                    <a:pt x="-64938" y="525788"/>
                    <a:pt x="27832" y="46641"/>
                  </a:cubicBezTo>
                  <a:close/>
                </a:path>
              </a:pathLst>
            </a:custGeom>
            <a:solidFill>
              <a:schemeClr val="accent1">
                <a:alpha val="60000"/>
              </a:schemeClr>
            </a:solidFill>
            <a:ln w="9331" cap="flat">
              <a:noFill/>
              <a:prstDash val="solid"/>
              <a:miter/>
            </a:ln>
          </p:spPr>
          <p:txBody>
            <a:bodyPr rtlCol="0" anchor="ctr"/>
            <a:lstStyle/>
            <a:p>
              <a:endParaRPr lang="en-US" dirty="0"/>
            </a:p>
          </p:txBody>
        </p:sp>
        <p:sp>
          <p:nvSpPr>
            <p:cNvPr id="70" name="Freeform: Shape 31">
              <a:extLst>
                <a:ext uri="{FF2B5EF4-FFF2-40B4-BE49-F238E27FC236}">
                  <a16:creationId xmlns:a16="http://schemas.microsoft.com/office/drawing/2014/main" id="{132DFE1D-3FB1-4421-8E87-BA954FD231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97828" y="0"/>
              <a:ext cx="2708425" cy="2263840"/>
            </a:xfrm>
            <a:custGeom>
              <a:avLst/>
              <a:gdLst>
                <a:gd name="connsiteX0" fmla="*/ 46413 w 2708425"/>
                <a:gd name="connsiteY0" fmla="*/ 0 h 2263840"/>
                <a:gd name="connsiteX1" fmla="*/ 2662013 w 2708425"/>
                <a:gd name="connsiteY1" fmla="*/ 0 h 2263840"/>
                <a:gd name="connsiteX2" fmla="*/ 2683584 w 2708425"/>
                <a:gd name="connsiteY2" fmla="*/ 88351 h 2263840"/>
                <a:gd name="connsiteX3" fmla="*/ 2310959 w 2708425"/>
                <a:gd name="connsiteY3" fmla="*/ 1307094 h 2263840"/>
                <a:gd name="connsiteX4" fmla="*/ 1354213 w 2708425"/>
                <a:gd name="connsiteY4" fmla="*/ 2263840 h 2263840"/>
                <a:gd name="connsiteX5" fmla="*/ 397467 w 2708425"/>
                <a:gd name="connsiteY5" fmla="*/ 1307094 h 2263840"/>
                <a:gd name="connsiteX6" fmla="*/ 24842 w 2708425"/>
                <a:gd name="connsiteY6" fmla="*/ 88351 h 2263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8425" h="2263840">
                  <a:moveTo>
                    <a:pt x="46413" y="0"/>
                  </a:moveTo>
                  <a:lnTo>
                    <a:pt x="2662013" y="0"/>
                  </a:lnTo>
                  <a:lnTo>
                    <a:pt x="2683584" y="88351"/>
                  </a:lnTo>
                  <a:cubicBezTo>
                    <a:pt x="2766390" y="516035"/>
                    <a:pt x="2642182" y="975871"/>
                    <a:pt x="2310959" y="1307094"/>
                  </a:cubicBezTo>
                  <a:lnTo>
                    <a:pt x="1354213" y="2263840"/>
                  </a:lnTo>
                  <a:lnTo>
                    <a:pt x="397467" y="1307094"/>
                  </a:lnTo>
                  <a:cubicBezTo>
                    <a:pt x="66245" y="975871"/>
                    <a:pt x="-57964" y="516035"/>
                    <a:pt x="24842" y="88351"/>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endParaRPr lang="en-US" dirty="0"/>
            </a:p>
          </p:txBody>
        </p:sp>
      </p:grpSp>
      <p:sp>
        <p:nvSpPr>
          <p:cNvPr id="71" name="Texture">
            <a:extLst>
              <a:ext uri="{FF2B5EF4-FFF2-40B4-BE49-F238E27FC236}">
                <a16:creationId xmlns:a16="http://schemas.microsoft.com/office/drawing/2014/main" id="{2E922E9E-A29B-4164-A634-B718A4336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7FF01943-9624-55A0-3ABA-9BD2846D5C8F}"/>
              </a:ext>
            </a:extLst>
          </p:cNvPr>
          <p:cNvSpPr>
            <a:spLocks noGrp="1"/>
          </p:cNvSpPr>
          <p:nvPr>
            <p:ph type="title"/>
          </p:nvPr>
        </p:nvSpPr>
        <p:spPr>
          <a:xfrm>
            <a:off x="457201" y="668049"/>
            <a:ext cx="5505994" cy="1325563"/>
          </a:xfrm>
        </p:spPr>
        <p:txBody>
          <a:bodyPr>
            <a:normAutofit/>
          </a:bodyPr>
          <a:lstStyle/>
          <a:p>
            <a:r>
              <a:rPr lang="en-GB"/>
              <a:t>What is the solution?</a:t>
            </a:r>
            <a:endParaRPr lang="en-NL"/>
          </a:p>
        </p:txBody>
      </p:sp>
      <p:sp>
        <p:nvSpPr>
          <p:cNvPr id="72" name="Content Placeholder 2">
            <a:extLst>
              <a:ext uri="{FF2B5EF4-FFF2-40B4-BE49-F238E27FC236}">
                <a16:creationId xmlns:a16="http://schemas.microsoft.com/office/drawing/2014/main" id="{03A3A63F-B78D-CD3E-F768-8869ABE3158F}"/>
              </a:ext>
            </a:extLst>
          </p:cNvPr>
          <p:cNvSpPr>
            <a:spLocks noGrp="1"/>
          </p:cNvSpPr>
          <p:nvPr>
            <p:ph idx="1"/>
          </p:nvPr>
        </p:nvSpPr>
        <p:spPr>
          <a:xfrm>
            <a:off x="457201" y="2096713"/>
            <a:ext cx="5505994" cy="4080250"/>
          </a:xfrm>
        </p:spPr>
        <p:txBody>
          <a:bodyPr>
            <a:normAutofit/>
          </a:bodyPr>
          <a:lstStyle/>
          <a:p>
            <a:pPr marL="0" indent="0">
              <a:buNone/>
            </a:pPr>
            <a:r>
              <a:rPr lang="en-GB" sz="1700"/>
              <a:t>Eczema is treated frequently with steroid creams that can cause side effects or lead to TSW (Topical Steroid Withdrawal) if overused. This is another condition worse than eczema.</a:t>
            </a:r>
          </a:p>
          <a:p>
            <a:pPr marL="0" indent="0">
              <a:buNone/>
            </a:pPr>
            <a:endParaRPr lang="en-GB" sz="1700"/>
          </a:p>
          <a:p>
            <a:pPr marL="0" indent="0">
              <a:buNone/>
            </a:pPr>
            <a:r>
              <a:rPr lang="en-GB" sz="1700"/>
              <a:t>Eczema can also be influenced by various triggers such as weather, stress, allergens, food, and skin products. However, doctors often recommend steroid creams as the first solution without conducting further testing.</a:t>
            </a:r>
          </a:p>
          <a:p>
            <a:pPr marL="0" indent="0">
              <a:buNone/>
            </a:pPr>
            <a:endParaRPr lang="en-GB" sz="1700"/>
          </a:p>
          <a:p>
            <a:pPr marL="0" indent="0">
              <a:buNone/>
            </a:pPr>
            <a:r>
              <a:rPr lang="en-GB" sz="1700"/>
              <a:t>That’s why I want to create a reliable tool for identifying the severity of the eczema and predict if the eczema will flare depending the environment.</a:t>
            </a:r>
          </a:p>
          <a:p>
            <a:endParaRPr lang="en-NL" sz="1700"/>
          </a:p>
        </p:txBody>
      </p:sp>
      <p:pic>
        <p:nvPicPr>
          <p:cNvPr id="5" name="Picture 4" descr="Several tubes of medicine&#10;&#10;AI-generated content may be incorrect.">
            <a:extLst>
              <a:ext uri="{FF2B5EF4-FFF2-40B4-BE49-F238E27FC236}">
                <a16:creationId xmlns:a16="http://schemas.microsoft.com/office/drawing/2014/main" id="{4A02FAC0-B5CE-FD7B-ADC0-D36B02E6D822}"/>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900"/>
                    </a14:imgEffect>
                  </a14:imgLayer>
                </a14:imgProps>
              </a:ext>
              <a:ext uri="{28A0092B-C50C-407E-A947-70E740481C1C}">
                <a14:useLocalDpi xmlns:a14="http://schemas.microsoft.com/office/drawing/2010/main" val="0"/>
              </a:ext>
            </a:extLst>
          </a:blip>
          <a:srcRect t="19030" r="3" b="11311"/>
          <a:stretch>
            <a:fillRect/>
          </a:stretch>
        </p:blipFill>
        <p:spPr>
          <a:xfrm>
            <a:off x="6360177" y="1934966"/>
            <a:ext cx="5831823" cy="3046917"/>
          </a:xfrm>
          <a:custGeom>
            <a:avLst/>
            <a:gdLst/>
            <a:ahLst/>
            <a:cxnLst/>
            <a:rect l="l" t="t" r="r" b="b"/>
            <a:pathLst>
              <a:path w="5831823" h="3046917">
                <a:moveTo>
                  <a:pt x="4630021" y="7292"/>
                </a:moveTo>
                <a:lnTo>
                  <a:pt x="5831823" y="7292"/>
                </a:lnTo>
                <a:lnTo>
                  <a:pt x="5831823" y="2450538"/>
                </a:lnTo>
                <a:lnTo>
                  <a:pt x="5800042" y="2493038"/>
                </a:lnTo>
                <a:cubicBezTo>
                  <a:pt x="5520878" y="2831307"/>
                  <a:pt x="5098400" y="3046917"/>
                  <a:pt x="4625556" y="3046917"/>
                </a:cubicBezTo>
                <a:lnTo>
                  <a:pt x="3107978" y="3046917"/>
                </a:lnTo>
                <a:lnTo>
                  <a:pt x="3107978" y="1529337"/>
                </a:lnTo>
                <a:cubicBezTo>
                  <a:pt x="3107978" y="688726"/>
                  <a:pt x="3789410" y="7292"/>
                  <a:pt x="4630021" y="7292"/>
                </a:cubicBezTo>
                <a:close/>
                <a:moveTo>
                  <a:pt x="0" y="0"/>
                </a:moveTo>
                <a:lnTo>
                  <a:pt x="1517580" y="0"/>
                </a:lnTo>
                <a:cubicBezTo>
                  <a:pt x="2358191" y="0"/>
                  <a:pt x="3039624" y="681433"/>
                  <a:pt x="3039624" y="1522044"/>
                </a:cubicBezTo>
                <a:lnTo>
                  <a:pt x="3039624" y="3039623"/>
                </a:lnTo>
                <a:lnTo>
                  <a:pt x="1522045" y="3039623"/>
                </a:lnTo>
                <a:cubicBezTo>
                  <a:pt x="681434" y="3039623"/>
                  <a:pt x="0" y="2358190"/>
                  <a:pt x="0" y="1517579"/>
                </a:cubicBezTo>
                <a:close/>
              </a:path>
            </a:pathLst>
          </a:custGeom>
        </p:spPr>
      </p:pic>
    </p:spTree>
    <p:extLst>
      <p:ext uri="{BB962C8B-B14F-4D97-AF65-F5344CB8AC3E}">
        <p14:creationId xmlns:p14="http://schemas.microsoft.com/office/powerpoint/2010/main" val="97576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Background Fill">
            <a:extLst>
              <a:ext uri="{FF2B5EF4-FFF2-40B4-BE49-F238E27FC236}">
                <a16:creationId xmlns:a16="http://schemas.microsoft.com/office/drawing/2014/main" id="{63E5BFF9-8D75-4F8D-AA2E-E9AF4156B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10" name="Color Fill">
            <a:extLst>
              <a:ext uri="{FF2B5EF4-FFF2-40B4-BE49-F238E27FC236}">
                <a16:creationId xmlns:a16="http://schemas.microsoft.com/office/drawing/2014/main" id="{5074A657-B6F7-47AE-B719-D3590207E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2" name="Group 11">
            <a:extLst>
              <a:ext uri="{FF2B5EF4-FFF2-40B4-BE49-F238E27FC236}">
                <a16:creationId xmlns:a16="http://schemas.microsoft.com/office/drawing/2014/main" id="{5F495AF5-CD36-4EE9-95DB-86D2A39310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27"/>
            <a:ext cx="12192000" cy="6861227"/>
            <a:chOff x="0" y="-3227"/>
            <a:chExt cx="12192000" cy="6861227"/>
          </a:xfrm>
        </p:grpSpPr>
        <p:sp>
          <p:nvSpPr>
            <p:cNvPr id="13" name="Oval 12">
              <a:extLst>
                <a:ext uri="{FF2B5EF4-FFF2-40B4-BE49-F238E27FC236}">
                  <a16:creationId xmlns:a16="http://schemas.microsoft.com/office/drawing/2014/main" id="{8EFB5B0C-DD84-4ACA-8A57-0DF5C9BAD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58790" y="124188"/>
              <a:ext cx="215755" cy="2157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4" name="Oval 13">
              <a:extLst>
                <a:ext uri="{FF2B5EF4-FFF2-40B4-BE49-F238E27FC236}">
                  <a16:creationId xmlns:a16="http://schemas.microsoft.com/office/drawing/2014/main" id="{537C3102-63A7-409A-A09D-56EBB4C81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9553" y="2866365"/>
              <a:ext cx="697984" cy="697984"/>
            </a:xfrm>
            <a:prstGeom prst="ellipse">
              <a:avLst/>
            </a:prstGeom>
            <a:solidFill>
              <a:schemeClr val="accent1">
                <a:alpha val="65000"/>
              </a:schemeClr>
            </a:solidFill>
            <a:ln w="9331" cap="flat">
              <a:noFill/>
              <a:prstDash val="solid"/>
              <a:miter/>
            </a:ln>
          </p:spPr>
          <p:txBody>
            <a:bodyPr rtlCol="0" anchor="ctr"/>
            <a:lstStyle/>
            <a:p>
              <a:endParaRPr lang="en-US" dirty="0"/>
            </a:p>
          </p:txBody>
        </p:sp>
        <p:sp>
          <p:nvSpPr>
            <p:cNvPr id="15" name="Oval 14">
              <a:extLst>
                <a:ext uri="{FF2B5EF4-FFF2-40B4-BE49-F238E27FC236}">
                  <a16:creationId xmlns:a16="http://schemas.microsoft.com/office/drawing/2014/main" id="{7A99EBC8-DA67-46D1-BE90-B240465A80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56134" y="3762066"/>
              <a:ext cx="230192" cy="230191"/>
            </a:xfrm>
            <a:prstGeom prst="ellipse">
              <a:avLst/>
            </a:prstGeom>
            <a:solidFill>
              <a:schemeClr val="accent4">
                <a:lumMod val="20000"/>
                <a:lumOff val="80000"/>
                <a:alpha val="60000"/>
              </a:schemeClr>
            </a:solidFill>
            <a:ln w="9331" cap="flat">
              <a:noFill/>
              <a:prstDash val="solid"/>
              <a:miter/>
            </a:ln>
          </p:spPr>
          <p:txBody>
            <a:bodyPr rtlCol="0" anchor="ctr"/>
            <a:lstStyle/>
            <a:p>
              <a:endParaRPr lang="en-US" dirty="0">
                <a:solidFill>
                  <a:schemeClr val="tx1"/>
                </a:solidFill>
              </a:endParaRPr>
            </a:p>
          </p:txBody>
        </p:sp>
        <p:sp>
          <p:nvSpPr>
            <p:cNvPr id="16" name="Graphic 9">
              <a:extLst>
                <a:ext uri="{FF2B5EF4-FFF2-40B4-BE49-F238E27FC236}">
                  <a16:creationId xmlns:a16="http://schemas.microsoft.com/office/drawing/2014/main" id="{465540EA-046F-4AF0-8CEB-E2EFE6FD03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451544" y="-3227"/>
              <a:ext cx="2740456" cy="2740456"/>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alpha val="60000"/>
              </a:schemeClr>
            </a:solidFill>
            <a:ln w="9331" cap="flat">
              <a:noFill/>
              <a:prstDash val="solid"/>
              <a:miter/>
            </a:ln>
          </p:spPr>
          <p:txBody>
            <a:bodyPr rtlCol="0" anchor="ctr"/>
            <a:lstStyle/>
            <a:p>
              <a:endParaRPr lang="en-US" dirty="0"/>
            </a:p>
          </p:txBody>
        </p:sp>
        <p:sp>
          <p:nvSpPr>
            <p:cNvPr id="17" name="Graphic 9">
              <a:extLst>
                <a:ext uri="{FF2B5EF4-FFF2-40B4-BE49-F238E27FC236}">
                  <a16:creationId xmlns:a16="http://schemas.microsoft.com/office/drawing/2014/main" id="{5FE32756-B183-449F-BD63-0CD97BABA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621871" y="163409"/>
              <a:ext cx="2387894" cy="2387894"/>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B81A06E5-D53E-4F08-917B-C03F56DFD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3060" y="599153"/>
              <a:ext cx="823413" cy="1000074"/>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C349B903-4F98-4946-9F6B-A42679E0D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903403"/>
              <a:ext cx="1715504" cy="2954597"/>
            </a:xfrm>
            <a:custGeom>
              <a:avLst/>
              <a:gdLst>
                <a:gd name="connsiteX0" fmla="*/ 0 w 2429360"/>
                <a:gd name="connsiteY0" fmla="*/ 0 h 4184064"/>
                <a:gd name="connsiteX1" fmla="*/ 329124 w 2429360"/>
                <a:gd name="connsiteY1" fmla="*/ 0 h 4184064"/>
                <a:gd name="connsiteX2" fmla="*/ 2429360 w 2429360"/>
                <a:gd name="connsiteY2" fmla="*/ 2100236 h 4184064"/>
                <a:gd name="connsiteX3" fmla="*/ 2429360 w 2429360"/>
                <a:gd name="connsiteY3" fmla="*/ 4184064 h 4184064"/>
                <a:gd name="connsiteX4" fmla="*/ 132331 w 2429360"/>
                <a:gd name="connsiteY4" fmla="*/ 4184064 h 4184064"/>
                <a:gd name="connsiteX5" fmla="*/ 120545 w 2429360"/>
                <a:gd name="connsiteY5" fmla="*/ 4183469 h 4184064"/>
                <a:gd name="connsiteX6" fmla="*/ 0 w 2429360"/>
                <a:gd name="connsiteY6" fmla="*/ 4165072 h 418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29360" h="4184064">
                  <a:moveTo>
                    <a:pt x="0" y="0"/>
                  </a:moveTo>
                  <a:lnTo>
                    <a:pt x="329124" y="0"/>
                  </a:lnTo>
                  <a:cubicBezTo>
                    <a:pt x="1489065" y="0"/>
                    <a:pt x="2429360" y="940295"/>
                    <a:pt x="2429360" y="2100236"/>
                  </a:cubicBezTo>
                  <a:lnTo>
                    <a:pt x="2429360" y="4184064"/>
                  </a:lnTo>
                  <a:lnTo>
                    <a:pt x="132331" y="4184064"/>
                  </a:lnTo>
                  <a:lnTo>
                    <a:pt x="120545" y="4183469"/>
                  </a:lnTo>
                  <a:lnTo>
                    <a:pt x="0" y="4165072"/>
                  </a:lnTo>
                  <a:close/>
                </a:path>
              </a:pathLst>
            </a:custGeom>
            <a:solidFill>
              <a:schemeClr val="accent1">
                <a:alpha val="60000"/>
              </a:schemeClr>
            </a:solidFill>
            <a:ln w="9331"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553BC73C-A7AD-48F4-B586-4F781FCB9C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168300"/>
              <a:ext cx="1533337" cy="2555470"/>
            </a:xfrm>
            <a:custGeom>
              <a:avLst/>
              <a:gdLst>
                <a:gd name="connsiteX0" fmla="*/ 0 w 1986804"/>
                <a:gd name="connsiteY0" fmla="*/ 0 h 2902159"/>
                <a:gd name="connsiteX1" fmla="*/ 533594 w 1986804"/>
                <a:gd name="connsiteY1" fmla="*/ 0 h 2902159"/>
                <a:gd name="connsiteX2" fmla="*/ 1986804 w 1986804"/>
                <a:gd name="connsiteY2" fmla="*/ 1453211 h 2902159"/>
                <a:gd name="connsiteX3" fmla="*/ 1986804 w 1986804"/>
                <a:gd name="connsiteY3" fmla="*/ 2902159 h 2902159"/>
                <a:gd name="connsiteX4" fmla="*/ 537856 w 1986804"/>
                <a:gd name="connsiteY4" fmla="*/ 2902159 h 2902159"/>
                <a:gd name="connsiteX5" fmla="*/ 105713 w 1986804"/>
                <a:gd name="connsiteY5" fmla="*/ 2836826 h 2902159"/>
                <a:gd name="connsiteX6" fmla="*/ 0 w 1986804"/>
                <a:gd name="connsiteY6" fmla="*/ 2798136 h 2902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86804" h="2902159">
                  <a:moveTo>
                    <a:pt x="0" y="0"/>
                  </a:moveTo>
                  <a:lnTo>
                    <a:pt x="533594" y="0"/>
                  </a:lnTo>
                  <a:cubicBezTo>
                    <a:pt x="1336188" y="0"/>
                    <a:pt x="1986804" y="650616"/>
                    <a:pt x="1986804" y="1453211"/>
                  </a:cubicBezTo>
                  <a:lnTo>
                    <a:pt x="1986804" y="2902159"/>
                  </a:lnTo>
                  <a:lnTo>
                    <a:pt x="537856" y="2902159"/>
                  </a:lnTo>
                  <a:cubicBezTo>
                    <a:pt x="387370" y="2902159"/>
                    <a:pt x="242226" y="2879286"/>
                    <a:pt x="105713" y="2836826"/>
                  </a:cubicBezTo>
                  <a:lnTo>
                    <a:pt x="0" y="279813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EB3270C9-025A-41DD-997B-C8C6A6CBA1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85047" y="4685933"/>
              <a:ext cx="2406953" cy="2172067"/>
            </a:xfrm>
            <a:custGeom>
              <a:avLst/>
              <a:gdLst>
                <a:gd name="connsiteX0" fmla="*/ 1229573 w 2406953"/>
                <a:gd name="connsiteY0" fmla="*/ 0 h 2172067"/>
                <a:gd name="connsiteX1" fmla="*/ 2406313 w 2406953"/>
                <a:gd name="connsiteY1" fmla="*/ 1496275 h 2172067"/>
                <a:gd name="connsiteX2" fmla="*/ 2406953 w 2406953"/>
                <a:gd name="connsiteY2" fmla="*/ 1499327 h 2172067"/>
                <a:gd name="connsiteX3" fmla="*/ 2406953 w 2406953"/>
                <a:gd name="connsiteY3" fmla="*/ 2172067 h 2172067"/>
                <a:gd name="connsiteX4" fmla="*/ 36154 w 2406953"/>
                <a:gd name="connsiteY4" fmla="*/ 2172067 h 2172067"/>
                <a:gd name="connsiteX5" fmla="*/ 13809 w 2406953"/>
                <a:gd name="connsiteY5" fmla="*/ 2065529 h 2172067"/>
                <a:gd name="connsiteX6" fmla="*/ 0 w 2406953"/>
                <a:gd name="connsiteY6" fmla="*/ 1873933 h 2172067"/>
                <a:gd name="connsiteX7" fmla="*/ 1229573 w 2406953"/>
                <a:gd name="connsiteY7" fmla="*/ 0 h 217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6953" h="2172067">
                  <a:moveTo>
                    <a:pt x="1229573" y="0"/>
                  </a:moveTo>
                  <a:cubicBezTo>
                    <a:pt x="1229573" y="0"/>
                    <a:pt x="2170965" y="642363"/>
                    <a:pt x="2406313" y="1496275"/>
                  </a:cubicBezTo>
                  <a:lnTo>
                    <a:pt x="2406953" y="1499327"/>
                  </a:lnTo>
                  <a:lnTo>
                    <a:pt x="2406953" y="2172067"/>
                  </a:lnTo>
                  <a:lnTo>
                    <a:pt x="36154" y="2172067"/>
                  </a:lnTo>
                  <a:lnTo>
                    <a:pt x="13809" y="2065529"/>
                  </a:lnTo>
                  <a:cubicBezTo>
                    <a:pt x="4803" y="2002533"/>
                    <a:pt x="0" y="1938616"/>
                    <a:pt x="0" y="1873933"/>
                  </a:cubicBezTo>
                  <a:cubicBezTo>
                    <a:pt x="0" y="839004"/>
                    <a:pt x="1229573" y="0"/>
                    <a:pt x="1229573" y="0"/>
                  </a:cubicBezTo>
                  <a:close/>
                </a:path>
              </a:pathLst>
            </a:custGeom>
            <a:solidFill>
              <a:schemeClr val="accent1">
                <a:lumMod val="75000"/>
                <a:alpha val="65000"/>
              </a:schemeClr>
            </a:solidFill>
            <a:ln w="9331" cap="flat">
              <a:noFill/>
              <a:prstDash val="solid"/>
              <a:miter/>
            </a:ln>
          </p:spPr>
          <p:txBody>
            <a:bodyPr rtlCol="0" anchor="ctr"/>
            <a:lstStyle/>
            <a:p>
              <a:endParaRPr lang="en-US" dirty="0"/>
            </a:p>
          </p:txBody>
        </p:sp>
      </p:grpSp>
      <p:sp>
        <p:nvSpPr>
          <p:cNvPr id="23" name="Texture">
            <a:extLst>
              <a:ext uri="{FF2B5EF4-FFF2-40B4-BE49-F238E27FC236}">
                <a16:creationId xmlns:a16="http://schemas.microsoft.com/office/drawing/2014/main" id="{8DB0478B-1B97-4BFD-90B4-35597D821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pic>
        <p:nvPicPr>
          <p:cNvPr id="7" name="Content Placeholder 6" descr="A diagram of a software system&#10;&#10;AI-generated content may be incorrect.">
            <a:extLst>
              <a:ext uri="{FF2B5EF4-FFF2-40B4-BE49-F238E27FC236}">
                <a16:creationId xmlns:a16="http://schemas.microsoft.com/office/drawing/2014/main" id="{7ED6F4A0-D10A-4305-2F9D-267417197C1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44872" y="56810"/>
            <a:ext cx="10053613" cy="6637781"/>
          </a:xfrm>
        </p:spPr>
      </p:pic>
      <p:sp>
        <p:nvSpPr>
          <p:cNvPr id="2" name="Title 1">
            <a:extLst>
              <a:ext uri="{FF2B5EF4-FFF2-40B4-BE49-F238E27FC236}">
                <a16:creationId xmlns:a16="http://schemas.microsoft.com/office/drawing/2014/main" id="{486A8663-C85F-0896-F095-67C635C4E06C}"/>
              </a:ext>
            </a:extLst>
          </p:cNvPr>
          <p:cNvSpPr>
            <a:spLocks noGrp="1"/>
          </p:cNvSpPr>
          <p:nvPr>
            <p:ph type="title"/>
          </p:nvPr>
        </p:nvSpPr>
        <p:spPr>
          <a:xfrm>
            <a:off x="1364932" y="599153"/>
            <a:ext cx="4729544" cy="818458"/>
          </a:xfrm>
        </p:spPr>
        <p:txBody>
          <a:bodyPr>
            <a:noAutofit/>
          </a:bodyPr>
          <a:lstStyle/>
          <a:p>
            <a:pPr algn="ctr"/>
            <a:r>
              <a:rPr lang="en-GB" sz="2800" dirty="0">
                <a:solidFill>
                  <a:schemeClr val="bg1"/>
                </a:solidFill>
              </a:rPr>
              <a:t>How will </a:t>
            </a:r>
            <a:r>
              <a:rPr lang="en-GB" sz="2800" dirty="0" err="1">
                <a:solidFill>
                  <a:schemeClr val="bg1"/>
                </a:solidFill>
              </a:rPr>
              <a:t>DermaTrace</a:t>
            </a:r>
            <a:r>
              <a:rPr lang="en-GB" sz="2800" dirty="0">
                <a:solidFill>
                  <a:schemeClr val="bg1"/>
                </a:solidFill>
              </a:rPr>
              <a:t> be structured?</a:t>
            </a:r>
            <a:endParaRPr lang="en-NL" sz="2800" dirty="0">
              <a:solidFill>
                <a:schemeClr val="bg1"/>
              </a:solidFill>
            </a:endParaRPr>
          </a:p>
        </p:txBody>
      </p:sp>
    </p:spTree>
    <p:extLst>
      <p:ext uri="{BB962C8B-B14F-4D97-AF65-F5344CB8AC3E}">
        <p14:creationId xmlns:p14="http://schemas.microsoft.com/office/powerpoint/2010/main" val="1135670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49" name="Background Fill">
            <a:extLst>
              <a:ext uri="{FF2B5EF4-FFF2-40B4-BE49-F238E27FC236}">
                <a16:creationId xmlns:a16="http://schemas.microsoft.com/office/drawing/2014/main" id="{FAFB3478-4AEC-431E-93B2-1593839C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3150" name="Color Fill">
            <a:extLst>
              <a:ext uri="{FF2B5EF4-FFF2-40B4-BE49-F238E27FC236}">
                <a16:creationId xmlns:a16="http://schemas.microsoft.com/office/drawing/2014/main" id="{A8A68745-355E-4D81-AA5F-942C71082A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a:solidFill>
                <a:schemeClr val="bg2">
                  <a:lumMod val="75000"/>
                  <a:lumOff val="25000"/>
                </a:schemeClr>
              </a:solidFill>
            </a:endParaRPr>
          </a:p>
        </p:txBody>
      </p:sp>
      <p:grpSp>
        <p:nvGrpSpPr>
          <p:cNvPr id="3151" name="Group 3150">
            <a:extLst>
              <a:ext uri="{FF2B5EF4-FFF2-40B4-BE49-F238E27FC236}">
                <a16:creationId xmlns:a16="http://schemas.microsoft.com/office/drawing/2014/main" id="{0AB71DFC-5CE8-4EE5-B2F9-DEEC17DB37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55577" y="0"/>
            <a:ext cx="3913069" cy="5219797"/>
            <a:chOff x="8055577" y="0"/>
            <a:chExt cx="3913069" cy="5219797"/>
          </a:xfrm>
        </p:grpSpPr>
        <p:sp>
          <p:nvSpPr>
            <p:cNvPr id="3135" name="Oval 3134">
              <a:extLst>
                <a:ext uri="{FF2B5EF4-FFF2-40B4-BE49-F238E27FC236}">
                  <a16:creationId xmlns:a16="http://schemas.microsoft.com/office/drawing/2014/main" id="{54C965D7-C450-45B2-9B4B-040D8759F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96379" y="2615848"/>
              <a:ext cx="472267" cy="472267"/>
            </a:xfrm>
            <a:prstGeom prst="ellipse">
              <a:avLst/>
            </a:prstGeom>
            <a:solidFill>
              <a:schemeClr val="accent1">
                <a:lumMod val="60000"/>
                <a:lumOff val="40000"/>
                <a:alpha val="60000"/>
              </a:schemeClr>
            </a:solidFill>
            <a:ln w="9331" cap="flat">
              <a:noFill/>
              <a:prstDash val="solid"/>
              <a:miter/>
            </a:ln>
          </p:spPr>
          <p:txBody>
            <a:bodyPr rtlCol="0" anchor="ctr"/>
            <a:lstStyle/>
            <a:p>
              <a:endParaRPr lang="en-US">
                <a:solidFill>
                  <a:schemeClr val="tx1"/>
                </a:solidFill>
              </a:endParaRPr>
            </a:p>
          </p:txBody>
        </p:sp>
        <p:sp>
          <p:nvSpPr>
            <p:cNvPr id="3136" name="Oval 3135">
              <a:extLst>
                <a:ext uri="{FF2B5EF4-FFF2-40B4-BE49-F238E27FC236}">
                  <a16:creationId xmlns:a16="http://schemas.microsoft.com/office/drawing/2014/main" id="{A5C76DAB-00A0-434E-A2D6-700E430EA7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55577" y="4963665"/>
              <a:ext cx="256132" cy="2561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7" name="Freeform: Shape 3136">
              <a:extLst>
                <a:ext uri="{FF2B5EF4-FFF2-40B4-BE49-F238E27FC236}">
                  <a16:creationId xmlns:a16="http://schemas.microsoft.com/office/drawing/2014/main" id="{83E6442B-2FAB-4DB8-9AFF-0EB3743D3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13342" y="0"/>
              <a:ext cx="3499900" cy="2960417"/>
            </a:xfrm>
            <a:custGeom>
              <a:avLst/>
              <a:gdLst>
                <a:gd name="connsiteX0" fmla="*/ 489498 w 3499900"/>
                <a:gd name="connsiteY0" fmla="*/ 0 h 2960417"/>
                <a:gd name="connsiteX1" fmla="*/ 3499900 w 3499900"/>
                <a:gd name="connsiteY1" fmla="*/ 0 h 2960417"/>
                <a:gd name="connsiteX2" fmla="*/ 3499900 w 3499900"/>
                <a:gd name="connsiteY2" fmla="*/ 1207897 h 2960417"/>
                <a:gd name="connsiteX3" fmla="*/ 1747380 w 3499900"/>
                <a:gd name="connsiteY3" fmla="*/ 2960417 h 2960417"/>
                <a:gd name="connsiteX4" fmla="*/ 0 w 3499900"/>
                <a:gd name="connsiteY4" fmla="*/ 2960417 h 2960417"/>
                <a:gd name="connsiteX5" fmla="*/ 0 w 3499900"/>
                <a:gd name="connsiteY5" fmla="*/ 1213037 h 2960417"/>
                <a:gd name="connsiteX6" fmla="*/ 400187 w 3499900"/>
                <a:gd name="connsiteY6" fmla="*/ 98267 h 2960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9900" h="2960417">
                  <a:moveTo>
                    <a:pt x="489498" y="0"/>
                  </a:moveTo>
                  <a:lnTo>
                    <a:pt x="3499900" y="0"/>
                  </a:lnTo>
                  <a:lnTo>
                    <a:pt x="3499900" y="1207897"/>
                  </a:lnTo>
                  <a:cubicBezTo>
                    <a:pt x="3499900" y="2175797"/>
                    <a:pt x="2715280" y="2960417"/>
                    <a:pt x="1747380" y="2960417"/>
                  </a:cubicBezTo>
                  <a:lnTo>
                    <a:pt x="0" y="2960417"/>
                  </a:lnTo>
                  <a:lnTo>
                    <a:pt x="0" y="1213037"/>
                  </a:lnTo>
                  <a:cubicBezTo>
                    <a:pt x="0" y="789581"/>
                    <a:pt x="150181" y="401205"/>
                    <a:pt x="400187" y="98267"/>
                  </a:cubicBezTo>
                  <a:close/>
                </a:path>
              </a:pathLst>
            </a:custGeom>
            <a:solidFill>
              <a:schemeClr val="accent1">
                <a:lumMod val="75000"/>
                <a:alpha val="20000"/>
              </a:schemeClr>
            </a:solidFill>
            <a:ln w="9331" cap="flat">
              <a:noFill/>
              <a:prstDash val="solid"/>
              <a:miter/>
            </a:ln>
          </p:spPr>
          <p:txBody>
            <a:bodyPr rtlCol="0" anchor="ctr"/>
            <a:lstStyle/>
            <a:p>
              <a:endParaRPr lang="en-US"/>
            </a:p>
          </p:txBody>
        </p:sp>
      </p:grpSp>
      <p:sp>
        <p:nvSpPr>
          <p:cNvPr id="3152" name="Texture">
            <a:extLst>
              <a:ext uri="{FF2B5EF4-FFF2-40B4-BE49-F238E27FC236}">
                <a16:creationId xmlns:a16="http://schemas.microsoft.com/office/drawing/2014/main" id="{2E922E9E-A29B-4164-A634-B718A4336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D1E4892-A17E-CA30-F8DB-3BBA9A6B2280}"/>
              </a:ext>
            </a:extLst>
          </p:cNvPr>
          <p:cNvSpPr>
            <a:spLocks noGrp="1"/>
          </p:cNvSpPr>
          <p:nvPr>
            <p:ph type="title"/>
          </p:nvPr>
        </p:nvSpPr>
        <p:spPr>
          <a:xfrm>
            <a:off x="457200" y="758952"/>
            <a:ext cx="6943725" cy="1325563"/>
          </a:xfrm>
        </p:spPr>
        <p:txBody>
          <a:bodyPr anchor="b">
            <a:normAutofit/>
          </a:bodyPr>
          <a:lstStyle/>
          <a:p>
            <a:r>
              <a:rPr lang="en-GB"/>
              <a:t>First Peer Review: </a:t>
            </a:r>
            <a:endParaRPr lang="en-NL" dirty="0"/>
          </a:p>
        </p:txBody>
      </p:sp>
      <p:sp>
        <p:nvSpPr>
          <p:cNvPr id="20" name="Content Placeholder 2">
            <a:extLst>
              <a:ext uri="{FF2B5EF4-FFF2-40B4-BE49-F238E27FC236}">
                <a16:creationId xmlns:a16="http://schemas.microsoft.com/office/drawing/2014/main" id="{1CB0FCA6-5C74-BBF3-199C-90131CB07AD6}"/>
              </a:ext>
            </a:extLst>
          </p:cNvPr>
          <p:cNvSpPr>
            <a:spLocks noGrp="1"/>
          </p:cNvSpPr>
          <p:nvPr>
            <p:ph idx="1"/>
          </p:nvPr>
        </p:nvSpPr>
        <p:spPr>
          <a:xfrm>
            <a:off x="457200" y="2286001"/>
            <a:ext cx="6943725" cy="3870324"/>
          </a:xfrm>
        </p:spPr>
        <p:txBody>
          <a:bodyPr>
            <a:normAutofit/>
          </a:bodyPr>
          <a:lstStyle/>
          <a:p>
            <a:pPr marL="0" indent="0">
              <a:buNone/>
            </a:pPr>
            <a:r>
              <a:rPr lang="en-GB"/>
              <a:t>What I did so far? </a:t>
            </a:r>
          </a:p>
          <a:p>
            <a:pPr>
              <a:buFontTx/>
              <a:buChar char="-"/>
            </a:pPr>
            <a:r>
              <a:rPr lang="en-GB"/>
              <a:t>Search for meaningful datasets with eczema, atopic dermatitis photos</a:t>
            </a:r>
          </a:p>
          <a:p>
            <a:pPr>
              <a:buFontTx/>
              <a:buChar char="-"/>
            </a:pPr>
            <a:r>
              <a:rPr lang="en-GB"/>
              <a:t>Experimenting ONLY with test dataset</a:t>
            </a:r>
          </a:p>
          <a:p>
            <a:pPr>
              <a:buFontTx/>
              <a:buChar char="-"/>
            </a:pPr>
            <a:r>
              <a:rPr lang="en-GB"/>
              <a:t>Data exploring about labelling of pictures</a:t>
            </a:r>
          </a:p>
          <a:p>
            <a:pPr>
              <a:buFontTx/>
              <a:buChar char="-"/>
            </a:pPr>
            <a:r>
              <a:rPr lang="en-GB"/>
              <a:t>Preprocessing of images</a:t>
            </a:r>
          </a:p>
          <a:p>
            <a:pPr>
              <a:buFontTx/>
              <a:buChar char="-"/>
            </a:pPr>
            <a:r>
              <a:rPr lang="en-GB"/>
              <a:t>Experimenting with models that can process medical images: </a:t>
            </a:r>
          </a:p>
          <a:p>
            <a:pPr>
              <a:buFontTx/>
              <a:buChar char="-"/>
            </a:pPr>
            <a:r>
              <a:rPr lang="en-GB" b="1"/>
              <a:t>ResNet50</a:t>
            </a:r>
          </a:p>
          <a:p>
            <a:pPr>
              <a:buFontTx/>
              <a:buChar char="-"/>
            </a:pPr>
            <a:r>
              <a:rPr lang="en-GB" b="1"/>
              <a:t>InceptionV3</a:t>
            </a:r>
          </a:p>
          <a:p>
            <a:pPr>
              <a:buFontTx/>
              <a:buChar char="-"/>
            </a:pPr>
            <a:r>
              <a:rPr lang="en-GB" b="1"/>
              <a:t>DenseNet121</a:t>
            </a:r>
            <a:endParaRPr lang="en-NL"/>
          </a:p>
        </p:txBody>
      </p:sp>
      <p:pic>
        <p:nvPicPr>
          <p:cNvPr id="1026" name="Picture 2" descr="Eczema | Dermatitis | Atopic Dermatitis | MedlinePlus">
            <a:extLst>
              <a:ext uri="{FF2B5EF4-FFF2-40B4-BE49-F238E27FC236}">
                <a16:creationId xmlns:a16="http://schemas.microsoft.com/office/drawing/2014/main" id="{0810570C-02D0-F56D-FD2D-1C244DADB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618" r="11253" b="4"/>
          <a:stretch>
            <a:fillRect/>
          </a:stretch>
        </p:blipFill>
        <p:spPr bwMode="auto">
          <a:xfrm>
            <a:off x="8654433" y="10"/>
            <a:ext cx="2981025" cy="2720886"/>
          </a:xfrm>
          <a:custGeom>
            <a:avLst/>
            <a:gdLst/>
            <a:ahLst/>
            <a:cxnLst/>
            <a:rect l="l" t="t" r="r" b="b"/>
            <a:pathLst>
              <a:path w="2981025" h="2720896">
                <a:moveTo>
                  <a:pt x="651328" y="0"/>
                </a:moveTo>
                <a:lnTo>
                  <a:pt x="2981025" y="0"/>
                </a:lnTo>
                <a:lnTo>
                  <a:pt x="2981025" y="1228194"/>
                </a:lnTo>
                <a:cubicBezTo>
                  <a:pt x="2981025" y="2052599"/>
                  <a:pt x="2312728" y="2720896"/>
                  <a:pt x="1488323" y="2720896"/>
                </a:cubicBezTo>
                <a:lnTo>
                  <a:pt x="0" y="2720896"/>
                </a:lnTo>
                <a:lnTo>
                  <a:pt x="0" y="1232572"/>
                </a:lnTo>
                <a:cubicBezTo>
                  <a:pt x="0" y="781726"/>
                  <a:pt x="199869" y="377566"/>
                  <a:pt x="515836" y="103866"/>
                </a:cubicBezTo>
                <a:close/>
              </a:path>
            </a:pathLst>
          </a:custGeom>
          <a:noFill/>
          <a:extLst>
            <a:ext uri="{909E8E84-426E-40DD-AFC4-6F175D3DCCD1}">
              <a14:hiddenFill xmlns:a14="http://schemas.microsoft.com/office/drawing/2010/main">
                <a:solidFill>
                  <a:srgbClr val="FFFFFF"/>
                </a:solidFill>
              </a14:hiddenFill>
            </a:ext>
          </a:extLst>
        </p:spPr>
      </p:pic>
      <p:pic>
        <p:nvPicPr>
          <p:cNvPr id="4" name="Picture 3" descr="A logo for a company&#10;&#10;AI-generated content may be incorrect.">
            <a:extLst>
              <a:ext uri="{FF2B5EF4-FFF2-40B4-BE49-F238E27FC236}">
                <a16:creationId xmlns:a16="http://schemas.microsoft.com/office/drawing/2014/main" id="{B4A812EA-9D7A-2050-EA6F-86113D619B95}"/>
              </a:ext>
            </a:extLst>
          </p:cNvPr>
          <p:cNvPicPr>
            <a:picLocks noChangeAspect="1"/>
          </p:cNvPicPr>
          <p:nvPr/>
        </p:nvPicPr>
        <p:blipFill>
          <a:blip r:embed="rId4">
            <a:extLst>
              <a:ext uri="{28A0092B-C50C-407E-A947-70E740481C1C}">
                <a14:useLocalDpi xmlns:a14="http://schemas.microsoft.com/office/drawing/2010/main" val="0"/>
              </a:ext>
            </a:extLst>
          </a:blip>
          <a:srcRect r="3" b="3"/>
          <a:stretch>
            <a:fillRect/>
          </a:stretch>
        </p:blipFill>
        <p:spPr>
          <a:xfrm>
            <a:off x="8400279" y="3069331"/>
            <a:ext cx="3788670" cy="3788669"/>
          </a:xfrm>
          <a:custGeom>
            <a:avLst/>
            <a:gdLst/>
            <a:ahLst/>
            <a:cxnLst/>
            <a:rect l="l" t="t" r="r" b="b"/>
            <a:pathLst>
              <a:path w="3646992" h="3646991">
                <a:moveTo>
                  <a:pt x="0" y="0"/>
                </a:moveTo>
                <a:lnTo>
                  <a:pt x="1820818" y="0"/>
                </a:lnTo>
                <a:cubicBezTo>
                  <a:pt x="2829397" y="0"/>
                  <a:pt x="3646992" y="817595"/>
                  <a:pt x="3646992" y="1826174"/>
                </a:cubicBezTo>
                <a:lnTo>
                  <a:pt x="3646992" y="3646991"/>
                </a:lnTo>
                <a:lnTo>
                  <a:pt x="1826174" y="3646991"/>
                </a:lnTo>
                <a:cubicBezTo>
                  <a:pt x="817595" y="3646991"/>
                  <a:pt x="0" y="2829396"/>
                  <a:pt x="0" y="1820817"/>
                </a:cubicBezTo>
                <a:close/>
              </a:path>
            </a:pathLst>
          </a:custGeom>
        </p:spPr>
      </p:pic>
    </p:spTree>
    <p:extLst>
      <p:ext uri="{BB962C8B-B14F-4D97-AF65-F5344CB8AC3E}">
        <p14:creationId xmlns:p14="http://schemas.microsoft.com/office/powerpoint/2010/main" val="606231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 name="Background Fill">
            <a:extLst>
              <a:ext uri="{FF2B5EF4-FFF2-40B4-BE49-F238E27FC236}">
                <a16:creationId xmlns:a16="http://schemas.microsoft.com/office/drawing/2014/main" id="{FAFB3478-4AEC-431E-93B2-1593839C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104" name="Color Fill">
            <a:extLst>
              <a:ext uri="{FF2B5EF4-FFF2-40B4-BE49-F238E27FC236}">
                <a16:creationId xmlns:a16="http://schemas.microsoft.com/office/drawing/2014/main" id="{F74280F7-820D-43DE-BE07-57E20B2716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05" name="Group 104">
            <a:extLst>
              <a:ext uri="{FF2B5EF4-FFF2-40B4-BE49-F238E27FC236}">
                <a16:creationId xmlns:a16="http://schemas.microsoft.com/office/drawing/2014/main" id="{43D3F524-3DA9-4E34-A8AE-A379EB7486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92168" y="-1"/>
            <a:ext cx="4782385" cy="4928295"/>
            <a:chOff x="6992168" y="-1"/>
            <a:chExt cx="4782385" cy="4928295"/>
          </a:xfrm>
        </p:grpSpPr>
        <p:sp>
          <p:nvSpPr>
            <p:cNvPr id="87" name="Oval 86">
              <a:extLst>
                <a:ext uri="{FF2B5EF4-FFF2-40B4-BE49-F238E27FC236}">
                  <a16:creationId xmlns:a16="http://schemas.microsoft.com/office/drawing/2014/main" id="{D0C41165-16A0-480D-9245-506F037DBA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66507" y="453951"/>
              <a:ext cx="608046" cy="608046"/>
            </a:xfrm>
            <a:prstGeom prst="ellipse">
              <a:avLst/>
            </a:prstGeom>
            <a:solidFill>
              <a:schemeClr val="accent1">
                <a:lumMod val="60000"/>
                <a:lumOff val="40000"/>
                <a:alpha val="60000"/>
              </a:schemeClr>
            </a:solidFill>
            <a:ln w="9331" cap="flat">
              <a:noFill/>
              <a:prstDash val="solid"/>
              <a:miter/>
            </a:ln>
          </p:spPr>
          <p:txBody>
            <a:bodyPr rtlCol="0" anchor="ctr"/>
            <a:lstStyle/>
            <a:p>
              <a:endParaRPr lang="en-US">
                <a:solidFill>
                  <a:schemeClr val="tx1"/>
                </a:solidFill>
              </a:endParaRPr>
            </a:p>
          </p:txBody>
        </p:sp>
        <p:sp>
          <p:nvSpPr>
            <p:cNvPr id="88" name="Freeform: Shape 87">
              <a:extLst>
                <a:ext uri="{FF2B5EF4-FFF2-40B4-BE49-F238E27FC236}">
                  <a16:creationId xmlns:a16="http://schemas.microsoft.com/office/drawing/2014/main" id="{97C10C25-DA7C-4D85-855D-B65F31AE05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64751" y="0"/>
              <a:ext cx="3721476" cy="1682047"/>
            </a:xfrm>
            <a:custGeom>
              <a:avLst/>
              <a:gdLst>
                <a:gd name="connsiteX0" fmla="*/ 0 w 3721476"/>
                <a:gd name="connsiteY0" fmla="*/ 0 h 1682047"/>
                <a:gd name="connsiteX1" fmla="*/ 3721476 w 3721476"/>
                <a:gd name="connsiteY1" fmla="*/ 0 h 1682047"/>
                <a:gd name="connsiteX2" fmla="*/ 3721230 w 3721476"/>
                <a:gd name="connsiteY2" fmla="*/ 4881 h 1682047"/>
                <a:gd name="connsiteX3" fmla="*/ 1862697 w 3721476"/>
                <a:gd name="connsiteY3" fmla="*/ 1682047 h 1682047"/>
                <a:gd name="connsiteX4" fmla="*/ 0 w 3721476"/>
                <a:gd name="connsiteY4" fmla="*/ 1682047 h 1682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1476" h="1682047">
                  <a:moveTo>
                    <a:pt x="0" y="0"/>
                  </a:moveTo>
                  <a:lnTo>
                    <a:pt x="3721476" y="0"/>
                  </a:lnTo>
                  <a:lnTo>
                    <a:pt x="3721230" y="4881"/>
                  </a:lnTo>
                  <a:cubicBezTo>
                    <a:pt x="3625562" y="946929"/>
                    <a:pt x="2829989" y="1682047"/>
                    <a:pt x="1862697" y="1682047"/>
                  </a:cubicBezTo>
                  <a:lnTo>
                    <a:pt x="0" y="1682047"/>
                  </a:lnTo>
                  <a:close/>
                </a:path>
              </a:pathLst>
            </a:custGeom>
            <a:solidFill>
              <a:schemeClr val="accent1">
                <a:alpha val="60000"/>
              </a:schemeClr>
            </a:solidFill>
            <a:ln w="9331"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730BA5A8-3EAB-405A-ABF2-D024B04560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19737" y="-1"/>
              <a:ext cx="3443554" cy="1516699"/>
            </a:xfrm>
            <a:custGeom>
              <a:avLst/>
              <a:gdLst>
                <a:gd name="connsiteX0" fmla="*/ 0 w 2872279"/>
                <a:gd name="connsiteY0" fmla="*/ 0 h 1183937"/>
                <a:gd name="connsiteX1" fmla="*/ 2872279 w 2872279"/>
                <a:gd name="connsiteY1" fmla="*/ 0 h 1183937"/>
                <a:gd name="connsiteX2" fmla="*/ 2868418 w 2872279"/>
                <a:gd name="connsiteY2" fmla="*/ 25304 h 1183937"/>
                <a:gd name="connsiteX3" fmla="*/ 1446821 w 2872279"/>
                <a:gd name="connsiteY3" fmla="*/ 1183937 h 1183937"/>
                <a:gd name="connsiteX4" fmla="*/ 0 w 2872279"/>
                <a:gd name="connsiteY4" fmla="*/ 1183937 h 1183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2279" h="1183937">
                  <a:moveTo>
                    <a:pt x="0" y="0"/>
                  </a:moveTo>
                  <a:lnTo>
                    <a:pt x="2872279" y="0"/>
                  </a:lnTo>
                  <a:lnTo>
                    <a:pt x="2868418" y="25304"/>
                  </a:lnTo>
                  <a:cubicBezTo>
                    <a:pt x="2733112" y="686540"/>
                    <a:pt x="2148060" y="1183937"/>
                    <a:pt x="1446821" y="1183937"/>
                  </a:cubicBezTo>
                  <a:lnTo>
                    <a:pt x="0" y="1183937"/>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endParaRPr lang="en-US" dirty="0"/>
            </a:p>
          </p:txBody>
        </p:sp>
        <p:sp>
          <p:nvSpPr>
            <p:cNvPr id="90" name="Oval 89">
              <a:extLst>
                <a:ext uri="{FF2B5EF4-FFF2-40B4-BE49-F238E27FC236}">
                  <a16:creationId xmlns:a16="http://schemas.microsoft.com/office/drawing/2014/main" id="{72C27D89-A6A3-48F1-936E-4E0341BD7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92168" y="4672162"/>
              <a:ext cx="256132" cy="2561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 name="Texture">
            <a:extLst>
              <a:ext uri="{FF2B5EF4-FFF2-40B4-BE49-F238E27FC236}">
                <a16:creationId xmlns:a16="http://schemas.microsoft.com/office/drawing/2014/main" id="{2E922E9E-A29B-4164-A634-B718A4336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7242D7E9-B06A-6B5B-4E29-9C0E36BA9B0E}"/>
              </a:ext>
            </a:extLst>
          </p:cNvPr>
          <p:cNvSpPr>
            <a:spLocks noGrp="1"/>
          </p:cNvSpPr>
          <p:nvPr>
            <p:ph type="title"/>
          </p:nvPr>
        </p:nvSpPr>
        <p:spPr>
          <a:xfrm>
            <a:off x="457200" y="668049"/>
            <a:ext cx="7685037" cy="1325563"/>
          </a:xfrm>
        </p:spPr>
        <p:txBody>
          <a:bodyPr>
            <a:normAutofit/>
          </a:bodyPr>
          <a:lstStyle/>
          <a:p>
            <a:r>
              <a:rPr lang="en-GB" dirty="0"/>
              <a:t>Next Steps:</a:t>
            </a:r>
            <a:endParaRPr lang="en-NL" dirty="0"/>
          </a:p>
        </p:txBody>
      </p:sp>
      <p:sp>
        <p:nvSpPr>
          <p:cNvPr id="3" name="Content Placeholder 2">
            <a:extLst>
              <a:ext uri="{FF2B5EF4-FFF2-40B4-BE49-F238E27FC236}">
                <a16:creationId xmlns:a16="http://schemas.microsoft.com/office/drawing/2014/main" id="{1629ADDF-E677-2855-0F01-0C70DB9F3FF3}"/>
              </a:ext>
            </a:extLst>
          </p:cNvPr>
          <p:cNvSpPr>
            <a:spLocks noGrp="1"/>
          </p:cNvSpPr>
          <p:nvPr>
            <p:ph idx="1"/>
          </p:nvPr>
        </p:nvSpPr>
        <p:spPr>
          <a:xfrm>
            <a:off x="239486" y="2056042"/>
            <a:ext cx="7685037" cy="4080250"/>
          </a:xfrm>
        </p:spPr>
        <p:txBody>
          <a:bodyPr>
            <a:normAutofit/>
          </a:bodyPr>
          <a:lstStyle/>
          <a:p>
            <a:pPr marL="0" indent="0">
              <a:buNone/>
            </a:pPr>
            <a:r>
              <a:rPr lang="en-GB" sz="1900" dirty="0"/>
              <a:t>Next Steps: </a:t>
            </a:r>
          </a:p>
          <a:p>
            <a:pPr>
              <a:buFontTx/>
              <a:buChar char="-"/>
            </a:pPr>
            <a:r>
              <a:rPr lang="en-GB" sz="1900" i="1" dirty="0"/>
              <a:t>Collect an additional dataset with skin tones similar to mine</a:t>
            </a:r>
            <a:br>
              <a:rPr lang="en-GB" sz="1900" dirty="0"/>
            </a:br>
            <a:r>
              <a:rPr lang="en-GB" sz="1900" dirty="0"/>
              <a:t>(Using my own photos as part of the validation set).</a:t>
            </a:r>
            <a:br>
              <a:rPr lang="en-GB" sz="1900" dirty="0"/>
            </a:br>
            <a:r>
              <a:rPr lang="en-GB" sz="1900" dirty="0"/>
              <a:t>This is important because eczema appears differently across skin tones in both </a:t>
            </a:r>
            <a:r>
              <a:rPr lang="en-GB" sz="1900" dirty="0" err="1"/>
              <a:t>color</a:t>
            </a:r>
            <a:r>
              <a:rPr lang="en-GB" sz="1900" dirty="0"/>
              <a:t> and texture.</a:t>
            </a:r>
          </a:p>
          <a:p>
            <a:pPr>
              <a:buFontTx/>
              <a:buChar char="-"/>
            </a:pPr>
            <a:r>
              <a:rPr lang="en-GB" sz="1900" i="1" dirty="0"/>
              <a:t>Preprocess the images</a:t>
            </a:r>
            <a:br>
              <a:rPr lang="en-GB" sz="1900" dirty="0"/>
            </a:br>
            <a:r>
              <a:rPr lang="en-GB" sz="1900" dirty="0"/>
              <a:t>Crop the photos and test whether detection accuracy improves or decreases when focusing only on the affected areas.</a:t>
            </a:r>
          </a:p>
          <a:p>
            <a:pPr>
              <a:buFontTx/>
              <a:buChar char="-"/>
            </a:pPr>
            <a:r>
              <a:rPr lang="en-GB" sz="1900" dirty="0"/>
              <a:t>Experiment with different CNN architectures : Train multiple model heads that classify: body parts, type of eczema, skin tone to build a robust model</a:t>
            </a:r>
          </a:p>
          <a:p>
            <a:pPr>
              <a:buFontTx/>
              <a:buChar char="-"/>
            </a:pPr>
            <a:r>
              <a:rPr lang="en-GB" sz="1900" dirty="0"/>
              <a:t>After training, use Grad-CAM to check whether the model is correctly identifying the eczema regions.</a:t>
            </a:r>
          </a:p>
        </p:txBody>
      </p:sp>
      <p:pic>
        <p:nvPicPr>
          <p:cNvPr id="5" name="Picture 4" descr="A logo for a company&#10;&#10;AI-generated content may be incorrect.">
            <a:extLst>
              <a:ext uri="{FF2B5EF4-FFF2-40B4-BE49-F238E27FC236}">
                <a16:creationId xmlns:a16="http://schemas.microsoft.com/office/drawing/2014/main" id="{60863BA6-9A4D-1675-8D4C-FBAB90E67EC8}"/>
              </a:ext>
            </a:extLst>
          </p:cNvPr>
          <p:cNvPicPr>
            <a:picLocks noChangeAspect="1"/>
          </p:cNvPicPr>
          <p:nvPr/>
        </p:nvPicPr>
        <p:blipFill>
          <a:blip r:embed="rId3">
            <a:extLst>
              <a:ext uri="{28A0092B-C50C-407E-A947-70E740481C1C}">
                <a14:useLocalDpi xmlns:a14="http://schemas.microsoft.com/office/drawing/2010/main" val="0"/>
              </a:ext>
            </a:extLst>
          </a:blip>
          <a:srcRect r="-3" b="-3"/>
          <a:stretch>
            <a:fillRect/>
          </a:stretch>
        </p:blipFill>
        <p:spPr>
          <a:xfrm>
            <a:off x="7337620" y="2006669"/>
            <a:ext cx="4851332" cy="4851331"/>
          </a:xfrm>
          <a:custGeom>
            <a:avLst/>
            <a:gdLst/>
            <a:ahLst/>
            <a:cxnLst/>
            <a:rect l="l" t="t" r="r" b="b"/>
            <a:pathLst>
              <a:path w="3646992" h="3646991">
                <a:moveTo>
                  <a:pt x="0" y="0"/>
                </a:moveTo>
                <a:lnTo>
                  <a:pt x="1820818" y="0"/>
                </a:lnTo>
                <a:cubicBezTo>
                  <a:pt x="2829397" y="0"/>
                  <a:pt x="3646992" y="817595"/>
                  <a:pt x="3646992" y="1826174"/>
                </a:cubicBezTo>
                <a:lnTo>
                  <a:pt x="3646992" y="3646991"/>
                </a:lnTo>
                <a:lnTo>
                  <a:pt x="1826174" y="3646991"/>
                </a:lnTo>
                <a:cubicBezTo>
                  <a:pt x="817595" y="3646991"/>
                  <a:pt x="0" y="2829396"/>
                  <a:pt x="0" y="1820817"/>
                </a:cubicBezTo>
                <a:close/>
              </a:path>
            </a:pathLst>
          </a:custGeom>
        </p:spPr>
      </p:pic>
    </p:spTree>
    <p:extLst>
      <p:ext uri="{BB962C8B-B14F-4D97-AF65-F5344CB8AC3E}">
        <p14:creationId xmlns:p14="http://schemas.microsoft.com/office/powerpoint/2010/main" val="1444323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756360B-7A33-2E66-839C-87CE23052385}"/>
            </a:ext>
          </a:extLst>
        </p:cNvPr>
        <p:cNvGrpSpPr/>
        <p:nvPr/>
      </p:nvGrpSpPr>
      <p:grpSpPr>
        <a:xfrm>
          <a:off x="0" y="0"/>
          <a:ext cx="0" cy="0"/>
          <a:chOff x="0" y="0"/>
          <a:chExt cx="0" cy="0"/>
        </a:xfrm>
      </p:grpSpPr>
      <p:sp useBgFill="1">
        <p:nvSpPr>
          <p:cNvPr id="82" name="Background Fill">
            <a:extLst>
              <a:ext uri="{FF2B5EF4-FFF2-40B4-BE49-F238E27FC236}">
                <a16:creationId xmlns:a16="http://schemas.microsoft.com/office/drawing/2014/main" id="{FAFB3478-4AEC-431E-93B2-1593839C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84" name="Color Fill">
            <a:extLst>
              <a:ext uri="{FF2B5EF4-FFF2-40B4-BE49-F238E27FC236}">
                <a16:creationId xmlns:a16="http://schemas.microsoft.com/office/drawing/2014/main" id="{F74280F7-820D-43DE-BE07-57E20B2716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86" name="Group 85">
            <a:extLst>
              <a:ext uri="{FF2B5EF4-FFF2-40B4-BE49-F238E27FC236}">
                <a16:creationId xmlns:a16="http://schemas.microsoft.com/office/drawing/2014/main" id="{43D3F524-3DA9-4E34-A8AE-A379EB7486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92168" y="-1"/>
            <a:ext cx="4782385" cy="4928295"/>
            <a:chOff x="6992168" y="-1"/>
            <a:chExt cx="4782385" cy="4928295"/>
          </a:xfrm>
        </p:grpSpPr>
        <p:sp>
          <p:nvSpPr>
            <p:cNvPr id="87" name="Oval 86">
              <a:extLst>
                <a:ext uri="{FF2B5EF4-FFF2-40B4-BE49-F238E27FC236}">
                  <a16:creationId xmlns:a16="http://schemas.microsoft.com/office/drawing/2014/main" id="{D0C41165-16A0-480D-9245-506F037DBA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66507" y="453951"/>
              <a:ext cx="608046" cy="608046"/>
            </a:xfrm>
            <a:prstGeom prst="ellipse">
              <a:avLst/>
            </a:prstGeom>
            <a:solidFill>
              <a:schemeClr val="accent1">
                <a:lumMod val="60000"/>
                <a:lumOff val="40000"/>
                <a:alpha val="60000"/>
              </a:schemeClr>
            </a:solidFill>
            <a:ln w="9331" cap="flat">
              <a:noFill/>
              <a:prstDash val="solid"/>
              <a:miter/>
            </a:ln>
          </p:spPr>
          <p:txBody>
            <a:bodyPr rtlCol="0" anchor="ctr"/>
            <a:lstStyle/>
            <a:p>
              <a:endParaRPr lang="en-US">
                <a:solidFill>
                  <a:schemeClr val="tx1"/>
                </a:solidFill>
              </a:endParaRPr>
            </a:p>
          </p:txBody>
        </p:sp>
        <p:sp>
          <p:nvSpPr>
            <p:cNvPr id="88" name="Freeform: Shape 87">
              <a:extLst>
                <a:ext uri="{FF2B5EF4-FFF2-40B4-BE49-F238E27FC236}">
                  <a16:creationId xmlns:a16="http://schemas.microsoft.com/office/drawing/2014/main" id="{97C10C25-DA7C-4D85-855D-B65F31AE05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64751" y="0"/>
              <a:ext cx="3721476" cy="1682047"/>
            </a:xfrm>
            <a:custGeom>
              <a:avLst/>
              <a:gdLst>
                <a:gd name="connsiteX0" fmla="*/ 0 w 3721476"/>
                <a:gd name="connsiteY0" fmla="*/ 0 h 1682047"/>
                <a:gd name="connsiteX1" fmla="*/ 3721476 w 3721476"/>
                <a:gd name="connsiteY1" fmla="*/ 0 h 1682047"/>
                <a:gd name="connsiteX2" fmla="*/ 3721230 w 3721476"/>
                <a:gd name="connsiteY2" fmla="*/ 4881 h 1682047"/>
                <a:gd name="connsiteX3" fmla="*/ 1862697 w 3721476"/>
                <a:gd name="connsiteY3" fmla="*/ 1682047 h 1682047"/>
                <a:gd name="connsiteX4" fmla="*/ 0 w 3721476"/>
                <a:gd name="connsiteY4" fmla="*/ 1682047 h 1682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1476" h="1682047">
                  <a:moveTo>
                    <a:pt x="0" y="0"/>
                  </a:moveTo>
                  <a:lnTo>
                    <a:pt x="3721476" y="0"/>
                  </a:lnTo>
                  <a:lnTo>
                    <a:pt x="3721230" y="4881"/>
                  </a:lnTo>
                  <a:cubicBezTo>
                    <a:pt x="3625562" y="946929"/>
                    <a:pt x="2829989" y="1682047"/>
                    <a:pt x="1862697" y="1682047"/>
                  </a:cubicBezTo>
                  <a:lnTo>
                    <a:pt x="0" y="1682047"/>
                  </a:lnTo>
                  <a:close/>
                </a:path>
              </a:pathLst>
            </a:custGeom>
            <a:solidFill>
              <a:schemeClr val="accent1">
                <a:alpha val="60000"/>
              </a:schemeClr>
            </a:solidFill>
            <a:ln w="9331"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730BA5A8-3EAB-405A-ABF2-D024B04560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19737" y="-1"/>
              <a:ext cx="3443554" cy="1516699"/>
            </a:xfrm>
            <a:custGeom>
              <a:avLst/>
              <a:gdLst>
                <a:gd name="connsiteX0" fmla="*/ 0 w 2872279"/>
                <a:gd name="connsiteY0" fmla="*/ 0 h 1183937"/>
                <a:gd name="connsiteX1" fmla="*/ 2872279 w 2872279"/>
                <a:gd name="connsiteY1" fmla="*/ 0 h 1183937"/>
                <a:gd name="connsiteX2" fmla="*/ 2868418 w 2872279"/>
                <a:gd name="connsiteY2" fmla="*/ 25304 h 1183937"/>
                <a:gd name="connsiteX3" fmla="*/ 1446821 w 2872279"/>
                <a:gd name="connsiteY3" fmla="*/ 1183937 h 1183937"/>
                <a:gd name="connsiteX4" fmla="*/ 0 w 2872279"/>
                <a:gd name="connsiteY4" fmla="*/ 1183937 h 1183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2279" h="1183937">
                  <a:moveTo>
                    <a:pt x="0" y="0"/>
                  </a:moveTo>
                  <a:lnTo>
                    <a:pt x="2872279" y="0"/>
                  </a:lnTo>
                  <a:lnTo>
                    <a:pt x="2868418" y="25304"/>
                  </a:lnTo>
                  <a:cubicBezTo>
                    <a:pt x="2733112" y="686540"/>
                    <a:pt x="2148060" y="1183937"/>
                    <a:pt x="1446821" y="1183937"/>
                  </a:cubicBezTo>
                  <a:lnTo>
                    <a:pt x="0" y="1183937"/>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endParaRPr lang="en-US" dirty="0"/>
            </a:p>
          </p:txBody>
        </p:sp>
        <p:sp>
          <p:nvSpPr>
            <p:cNvPr id="90" name="Oval 89">
              <a:extLst>
                <a:ext uri="{FF2B5EF4-FFF2-40B4-BE49-F238E27FC236}">
                  <a16:creationId xmlns:a16="http://schemas.microsoft.com/office/drawing/2014/main" id="{72C27D89-A6A3-48F1-936E-4E0341BD7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92168" y="4672162"/>
              <a:ext cx="256132" cy="2561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Texture">
            <a:extLst>
              <a:ext uri="{FF2B5EF4-FFF2-40B4-BE49-F238E27FC236}">
                <a16:creationId xmlns:a16="http://schemas.microsoft.com/office/drawing/2014/main" id="{2E922E9E-A29B-4164-A634-B718A4336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7EBA8088-405D-8070-1915-1EBB14F54CBE}"/>
              </a:ext>
            </a:extLst>
          </p:cNvPr>
          <p:cNvSpPr>
            <a:spLocks noGrp="1"/>
          </p:cNvSpPr>
          <p:nvPr>
            <p:ph type="title"/>
          </p:nvPr>
        </p:nvSpPr>
        <p:spPr>
          <a:xfrm>
            <a:off x="457200" y="668049"/>
            <a:ext cx="7685037" cy="1325563"/>
          </a:xfrm>
        </p:spPr>
        <p:txBody>
          <a:bodyPr>
            <a:normAutofit/>
          </a:bodyPr>
          <a:lstStyle/>
          <a:p>
            <a:r>
              <a:rPr lang="en-US" dirty="0"/>
              <a:t>Status update- DC Coach review</a:t>
            </a:r>
            <a:endParaRPr lang="en-NL" dirty="0"/>
          </a:p>
        </p:txBody>
      </p:sp>
      <p:sp>
        <p:nvSpPr>
          <p:cNvPr id="3" name="Content Placeholder 2">
            <a:extLst>
              <a:ext uri="{FF2B5EF4-FFF2-40B4-BE49-F238E27FC236}">
                <a16:creationId xmlns:a16="http://schemas.microsoft.com/office/drawing/2014/main" id="{FA5434F0-B1DC-D531-0E67-B72ADD2E13F9}"/>
              </a:ext>
            </a:extLst>
          </p:cNvPr>
          <p:cNvSpPr>
            <a:spLocks noGrp="1"/>
          </p:cNvSpPr>
          <p:nvPr>
            <p:ph idx="1"/>
          </p:nvPr>
        </p:nvSpPr>
        <p:spPr>
          <a:xfrm>
            <a:off x="457200" y="2096713"/>
            <a:ext cx="7685037" cy="4080250"/>
          </a:xfrm>
        </p:spPr>
        <p:txBody>
          <a:bodyPr>
            <a:normAutofit/>
          </a:bodyPr>
          <a:lstStyle/>
          <a:p>
            <a:pPr marL="0" indent="0">
              <a:buNone/>
            </a:pPr>
            <a:r>
              <a:rPr lang="en-GB" dirty="0"/>
              <a:t>Steps followed until now: </a:t>
            </a:r>
          </a:p>
          <a:p>
            <a:pPr>
              <a:buFontTx/>
              <a:buChar char="-"/>
            </a:pPr>
            <a:r>
              <a:rPr lang="en-GB"/>
              <a:t>Step 1 – Data Preprocessing </a:t>
            </a:r>
          </a:p>
          <a:p>
            <a:pPr>
              <a:buFontTx/>
              <a:buChar char="-"/>
            </a:pPr>
            <a:r>
              <a:rPr lang="en-GB"/>
              <a:t>Step 2 - Model Architecture</a:t>
            </a:r>
          </a:p>
          <a:p>
            <a:pPr>
              <a:buFontTx/>
              <a:buChar char="-"/>
            </a:pPr>
            <a:r>
              <a:rPr lang="en-GB"/>
              <a:t>Step 3 – Model Training &amp; Evaluation</a:t>
            </a:r>
          </a:p>
          <a:p>
            <a:pPr>
              <a:buFontTx/>
              <a:buChar char="-"/>
            </a:pPr>
            <a:r>
              <a:rPr lang="en-GB"/>
              <a:t>Step 4 – Error Analysis</a:t>
            </a:r>
          </a:p>
          <a:p>
            <a:pPr>
              <a:buFontTx/>
              <a:buChar char="-"/>
            </a:pPr>
            <a:r>
              <a:rPr lang="en-GB"/>
              <a:t>Step 5 – Explainability (Grad-CAM)</a:t>
            </a:r>
          </a:p>
          <a:p>
            <a:pPr>
              <a:buFontTx/>
              <a:buChar char="-"/>
            </a:pPr>
            <a:r>
              <a:rPr lang="en-GB"/>
              <a:t>Step 6 -  Model improvement</a:t>
            </a:r>
          </a:p>
          <a:p>
            <a:pPr>
              <a:buFontTx/>
              <a:buChar char="-"/>
            </a:pPr>
            <a:r>
              <a:rPr lang="en-GB"/>
              <a:t>6.1. Class weights </a:t>
            </a:r>
          </a:p>
          <a:p>
            <a:pPr>
              <a:buFontTx/>
              <a:buChar char="-"/>
            </a:pPr>
            <a:r>
              <a:rPr lang="en-GB"/>
              <a:t>6.2. Threshold tuning </a:t>
            </a:r>
          </a:p>
          <a:p>
            <a:pPr>
              <a:buFontTx/>
              <a:buChar char="-"/>
            </a:pPr>
            <a:r>
              <a:rPr lang="en-GB"/>
              <a:t>6.3. Final Grad-Cam after threshold tuning </a:t>
            </a:r>
          </a:p>
          <a:p>
            <a:pPr>
              <a:buFontTx/>
              <a:buChar char="-"/>
            </a:pPr>
            <a:endParaRPr lang="en-GB"/>
          </a:p>
          <a:p>
            <a:pPr>
              <a:buFontTx/>
              <a:buChar char="-"/>
            </a:pPr>
            <a:endParaRPr lang="en-GB"/>
          </a:p>
          <a:p>
            <a:pPr>
              <a:buFontTx/>
              <a:buChar char="-"/>
            </a:pPr>
            <a:endParaRPr lang="en-GB"/>
          </a:p>
          <a:p>
            <a:pPr>
              <a:buFontTx/>
              <a:buChar char="-"/>
            </a:pPr>
            <a:endParaRPr lang="en-GB"/>
          </a:p>
        </p:txBody>
      </p:sp>
      <p:pic>
        <p:nvPicPr>
          <p:cNvPr id="5" name="Picture 4" descr="A logo for a company&#10;&#10;AI-generated content may be incorrect.">
            <a:extLst>
              <a:ext uri="{FF2B5EF4-FFF2-40B4-BE49-F238E27FC236}">
                <a16:creationId xmlns:a16="http://schemas.microsoft.com/office/drawing/2014/main" id="{78EB406D-C0E5-EAEB-5E0E-CA2DD18A560F}"/>
              </a:ext>
            </a:extLst>
          </p:cNvPr>
          <p:cNvPicPr>
            <a:picLocks noChangeAspect="1"/>
          </p:cNvPicPr>
          <p:nvPr/>
        </p:nvPicPr>
        <p:blipFill>
          <a:blip r:embed="rId3">
            <a:extLst>
              <a:ext uri="{28A0092B-C50C-407E-A947-70E740481C1C}">
                <a14:useLocalDpi xmlns:a14="http://schemas.microsoft.com/office/drawing/2010/main" val="0"/>
              </a:ext>
            </a:extLst>
          </a:blip>
          <a:srcRect r="-3" b="-3"/>
          <a:stretch>
            <a:fillRect/>
          </a:stretch>
        </p:blipFill>
        <p:spPr>
          <a:xfrm>
            <a:off x="7337620" y="2006669"/>
            <a:ext cx="4851332" cy="4851331"/>
          </a:xfrm>
          <a:custGeom>
            <a:avLst/>
            <a:gdLst/>
            <a:ahLst/>
            <a:cxnLst/>
            <a:rect l="l" t="t" r="r" b="b"/>
            <a:pathLst>
              <a:path w="3646992" h="3646991">
                <a:moveTo>
                  <a:pt x="0" y="0"/>
                </a:moveTo>
                <a:lnTo>
                  <a:pt x="1820818" y="0"/>
                </a:lnTo>
                <a:cubicBezTo>
                  <a:pt x="2829397" y="0"/>
                  <a:pt x="3646992" y="817595"/>
                  <a:pt x="3646992" y="1826174"/>
                </a:cubicBezTo>
                <a:lnTo>
                  <a:pt x="3646992" y="3646991"/>
                </a:lnTo>
                <a:lnTo>
                  <a:pt x="1826174" y="3646991"/>
                </a:lnTo>
                <a:cubicBezTo>
                  <a:pt x="817595" y="3646991"/>
                  <a:pt x="0" y="2829396"/>
                  <a:pt x="0" y="1820817"/>
                </a:cubicBezTo>
                <a:close/>
              </a:path>
            </a:pathLst>
          </a:custGeom>
        </p:spPr>
      </p:pic>
    </p:spTree>
    <p:extLst>
      <p:ext uri="{BB962C8B-B14F-4D97-AF65-F5344CB8AC3E}">
        <p14:creationId xmlns:p14="http://schemas.microsoft.com/office/powerpoint/2010/main" val="1452866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609B6AA-8989-380A-045C-D7C8759FC110}"/>
            </a:ext>
          </a:extLst>
        </p:cNvPr>
        <p:cNvGrpSpPr/>
        <p:nvPr/>
      </p:nvGrpSpPr>
      <p:grpSpPr>
        <a:xfrm>
          <a:off x="0" y="0"/>
          <a:ext cx="0" cy="0"/>
          <a:chOff x="0" y="0"/>
          <a:chExt cx="0" cy="0"/>
        </a:xfrm>
      </p:grpSpPr>
      <p:sp useBgFill="1">
        <p:nvSpPr>
          <p:cNvPr id="138" name="Background Fill">
            <a:extLst>
              <a:ext uri="{FF2B5EF4-FFF2-40B4-BE49-F238E27FC236}">
                <a16:creationId xmlns:a16="http://schemas.microsoft.com/office/drawing/2014/main" id="{FAFB3478-4AEC-431E-93B2-1593839C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140" name="Color Fill">
            <a:extLst>
              <a:ext uri="{FF2B5EF4-FFF2-40B4-BE49-F238E27FC236}">
                <a16:creationId xmlns:a16="http://schemas.microsoft.com/office/drawing/2014/main" id="{A8A68745-355E-4D81-AA5F-942C71082A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42" name="Group 141">
            <a:extLst>
              <a:ext uri="{FF2B5EF4-FFF2-40B4-BE49-F238E27FC236}">
                <a16:creationId xmlns:a16="http://schemas.microsoft.com/office/drawing/2014/main" id="{52494F00-2311-4F3B-9C5C-D0DC51F84F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028124" y="-1190"/>
            <a:ext cx="5163876" cy="5940292"/>
            <a:chOff x="7028124" y="-1190"/>
            <a:chExt cx="5163876" cy="5940292"/>
          </a:xfrm>
        </p:grpSpPr>
        <p:sp>
          <p:nvSpPr>
            <p:cNvPr id="143" name="Oval 142">
              <a:extLst>
                <a:ext uri="{FF2B5EF4-FFF2-40B4-BE49-F238E27FC236}">
                  <a16:creationId xmlns:a16="http://schemas.microsoft.com/office/drawing/2014/main" id="{63D9D3BB-BBD1-437C-B3A6-BE1AE51FD0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02463" y="453951"/>
              <a:ext cx="608046" cy="608046"/>
            </a:xfrm>
            <a:prstGeom prst="ellipse">
              <a:avLst/>
            </a:prstGeom>
            <a:solidFill>
              <a:schemeClr val="accent1">
                <a:lumMod val="60000"/>
                <a:lumOff val="40000"/>
                <a:alpha val="60000"/>
              </a:schemeClr>
            </a:solidFill>
            <a:ln w="9331" cap="flat">
              <a:noFill/>
              <a:prstDash val="solid"/>
              <a:miter/>
            </a:ln>
          </p:spPr>
          <p:txBody>
            <a:bodyPr rtlCol="0" anchor="ctr"/>
            <a:lstStyle/>
            <a:p>
              <a:endParaRPr lang="en-US">
                <a:solidFill>
                  <a:schemeClr val="tx1"/>
                </a:solidFill>
              </a:endParaRPr>
            </a:p>
          </p:txBody>
        </p:sp>
        <p:sp>
          <p:nvSpPr>
            <p:cNvPr id="144" name="Graphic 18">
              <a:extLst>
                <a:ext uri="{FF2B5EF4-FFF2-40B4-BE49-F238E27FC236}">
                  <a16:creationId xmlns:a16="http://schemas.microsoft.com/office/drawing/2014/main" id="{9D9C1E0A-95BE-40A6-8056-0ADC76069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3600000">
              <a:off x="7312815" y="4858033"/>
              <a:ext cx="856614" cy="1305524"/>
            </a:xfrm>
            <a:custGeom>
              <a:avLst/>
              <a:gdLst>
                <a:gd name="connsiteX0" fmla="*/ 3413379 w 3413378"/>
                <a:gd name="connsiteY0" fmla="*/ 3266028 h 6532054"/>
                <a:gd name="connsiteX1" fmla="*/ 1706689 w 3413378"/>
                <a:gd name="connsiteY1" fmla="*/ 6532055 h 6532054"/>
                <a:gd name="connsiteX2" fmla="*/ 0 w 3413378"/>
                <a:gd name="connsiteY2" fmla="*/ 3266028 h 6532054"/>
                <a:gd name="connsiteX3" fmla="*/ 1706689 w 3413378"/>
                <a:gd name="connsiteY3" fmla="*/ 0 h 6532054"/>
                <a:gd name="connsiteX4" fmla="*/ 3413379 w 3413378"/>
                <a:gd name="connsiteY4" fmla="*/ 3266028 h 6532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378" h="6532054">
                  <a:moveTo>
                    <a:pt x="3413379" y="3266028"/>
                  </a:moveTo>
                  <a:cubicBezTo>
                    <a:pt x="3413379" y="5069777"/>
                    <a:pt x="1706689" y="6532055"/>
                    <a:pt x="1706689" y="6532055"/>
                  </a:cubicBezTo>
                  <a:cubicBezTo>
                    <a:pt x="1706689" y="6532055"/>
                    <a:pt x="0" y="5069777"/>
                    <a:pt x="0" y="3266028"/>
                  </a:cubicBezTo>
                  <a:cubicBezTo>
                    <a:pt x="0" y="1462278"/>
                    <a:pt x="1706689" y="0"/>
                    <a:pt x="1706689" y="0"/>
                  </a:cubicBezTo>
                  <a:cubicBezTo>
                    <a:pt x="1706689" y="0"/>
                    <a:pt x="3413379" y="1462278"/>
                    <a:pt x="3413379" y="326602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endParaRPr lang="en-US"/>
            </a:p>
          </p:txBody>
        </p:sp>
        <p:sp>
          <p:nvSpPr>
            <p:cNvPr id="145" name="Oval 144">
              <a:extLst>
                <a:ext uri="{FF2B5EF4-FFF2-40B4-BE49-F238E27FC236}">
                  <a16:creationId xmlns:a16="http://schemas.microsoft.com/office/drawing/2014/main" id="{98D99D5D-6418-437D-B40C-89DF2A95F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28124" y="4672162"/>
              <a:ext cx="256132" cy="2561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Freeform: Shape 145">
              <a:extLst>
                <a:ext uri="{FF2B5EF4-FFF2-40B4-BE49-F238E27FC236}">
                  <a16:creationId xmlns:a16="http://schemas.microsoft.com/office/drawing/2014/main" id="{23451BA2-4B19-4827-BD5A-5306C1AF1B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36856" y="-1190"/>
              <a:ext cx="3597981" cy="1501977"/>
            </a:xfrm>
            <a:custGeom>
              <a:avLst/>
              <a:gdLst>
                <a:gd name="connsiteX0" fmla="*/ 0 w 3597981"/>
                <a:gd name="connsiteY0" fmla="*/ 0 h 1501977"/>
                <a:gd name="connsiteX1" fmla="*/ 3597981 w 3597981"/>
                <a:gd name="connsiteY1" fmla="*/ 0 h 1501977"/>
                <a:gd name="connsiteX2" fmla="*/ 3590068 w 3597981"/>
                <a:gd name="connsiteY2" fmla="*/ 51850 h 1501977"/>
                <a:gd name="connsiteX3" fmla="*/ 1810819 w 3597981"/>
                <a:gd name="connsiteY3" fmla="*/ 1501977 h 1501977"/>
                <a:gd name="connsiteX4" fmla="*/ 0 w 3597981"/>
                <a:gd name="connsiteY4" fmla="*/ 1501977 h 1501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7981" h="1501977">
                  <a:moveTo>
                    <a:pt x="0" y="0"/>
                  </a:moveTo>
                  <a:lnTo>
                    <a:pt x="3597981" y="0"/>
                  </a:lnTo>
                  <a:lnTo>
                    <a:pt x="3590068" y="51850"/>
                  </a:lnTo>
                  <a:cubicBezTo>
                    <a:pt x="3420721" y="879443"/>
                    <a:pt x="2688479" y="1501977"/>
                    <a:pt x="1810819" y="1501977"/>
                  </a:cubicBezTo>
                  <a:lnTo>
                    <a:pt x="0" y="1501977"/>
                  </a:lnTo>
                  <a:close/>
                </a:path>
              </a:pathLst>
            </a:custGeom>
            <a:solidFill>
              <a:schemeClr val="accent1">
                <a:lumMod val="75000"/>
                <a:alpha val="65000"/>
              </a:schemeClr>
            </a:solidFill>
            <a:ln w="9331"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EE6C41F-771F-428C-A9A7-CD50C1AE0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31593" y="1183332"/>
              <a:ext cx="460407" cy="1419452"/>
            </a:xfrm>
            <a:custGeom>
              <a:avLst/>
              <a:gdLst>
                <a:gd name="connsiteX0" fmla="*/ 460407 w 460407"/>
                <a:gd name="connsiteY0" fmla="*/ 0 h 1419452"/>
                <a:gd name="connsiteX1" fmla="*/ 460407 w 460407"/>
                <a:gd name="connsiteY1" fmla="*/ 1419452 h 1419452"/>
                <a:gd name="connsiteX2" fmla="*/ 450116 w 460407"/>
                <a:gd name="connsiteY2" fmla="*/ 1411963 h 1419452"/>
                <a:gd name="connsiteX3" fmla="*/ 0 w 460407"/>
                <a:gd name="connsiteY3" fmla="*/ 709726 h 1419452"/>
                <a:gd name="connsiteX4" fmla="*/ 450116 w 460407"/>
                <a:gd name="connsiteY4" fmla="*/ 7489 h 1419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407" h="1419452">
                  <a:moveTo>
                    <a:pt x="460407" y="0"/>
                  </a:moveTo>
                  <a:lnTo>
                    <a:pt x="460407" y="1419452"/>
                  </a:lnTo>
                  <a:lnTo>
                    <a:pt x="450116" y="1411963"/>
                  </a:lnTo>
                  <a:cubicBezTo>
                    <a:pt x="360093" y="1345123"/>
                    <a:pt x="0" y="1056114"/>
                    <a:pt x="0" y="709726"/>
                  </a:cubicBezTo>
                  <a:cubicBezTo>
                    <a:pt x="0" y="363339"/>
                    <a:pt x="360093" y="74329"/>
                    <a:pt x="450116" y="7489"/>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endParaRPr lang="en-US" dirty="0"/>
            </a:p>
          </p:txBody>
        </p:sp>
      </p:grpSp>
      <p:sp>
        <p:nvSpPr>
          <p:cNvPr id="149" name="Texture">
            <a:extLst>
              <a:ext uri="{FF2B5EF4-FFF2-40B4-BE49-F238E27FC236}">
                <a16:creationId xmlns:a16="http://schemas.microsoft.com/office/drawing/2014/main" id="{2E922E9E-A29B-4164-A634-B718A4336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F5A09DC4-9370-28CE-C256-97F71AF21402}"/>
              </a:ext>
            </a:extLst>
          </p:cNvPr>
          <p:cNvSpPr>
            <a:spLocks noGrp="1"/>
          </p:cNvSpPr>
          <p:nvPr>
            <p:ph type="title"/>
          </p:nvPr>
        </p:nvSpPr>
        <p:spPr>
          <a:xfrm>
            <a:off x="457200" y="668049"/>
            <a:ext cx="7685037" cy="1325563"/>
          </a:xfrm>
        </p:spPr>
        <p:txBody>
          <a:bodyPr>
            <a:normAutofit/>
          </a:bodyPr>
          <a:lstStyle/>
          <a:p>
            <a:r>
              <a:rPr lang="en-US" dirty="0"/>
              <a:t>Status update- DC Coach review (next steps)</a:t>
            </a:r>
            <a:endParaRPr lang="en-NL" dirty="0"/>
          </a:p>
        </p:txBody>
      </p:sp>
      <p:sp>
        <p:nvSpPr>
          <p:cNvPr id="3" name="Content Placeholder 2">
            <a:extLst>
              <a:ext uri="{FF2B5EF4-FFF2-40B4-BE49-F238E27FC236}">
                <a16:creationId xmlns:a16="http://schemas.microsoft.com/office/drawing/2014/main" id="{CF471F22-CBC8-67D9-FA68-C129D888989B}"/>
              </a:ext>
            </a:extLst>
          </p:cNvPr>
          <p:cNvSpPr>
            <a:spLocks noGrp="1"/>
          </p:cNvSpPr>
          <p:nvPr>
            <p:ph idx="1"/>
          </p:nvPr>
        </p:nvSpPr>
        <p:spPr>
          <a:xfrm>
            <a:off x="457200" y="2096713"/>
            <a:ext cx="7685037" cy="4080250"/>
          </a:xfrm>
        </p:spPr>
        <p:txBody>
          <a:bodyPr>
            <a:normAutofit fontScale="92500" lnSpcReduction="20000"/>
          </a:bodyPr>
          <a:lstStyle/>
          <a:p>
            <a:r>
              <a:rPr lang="en-GB" sz="1600" b="1" dirty="0"/>
              <a:t>Research background and documentation: </a:t>
            </a:r>
          </a:p>
          <a:p>
            <a:r>
              <a:rPr lang="en-GB" sz="1600" dirty="0"/>
              <a:t>Eczema vs Atopic Dermatitis</a:t>
            </a:r>
          </a:p>
          <a:p>
            <a:r>
              <a:rPr lang="en-GB" sz="1600" dirty="0" err="1"/>
              <a:t>EczemaNet</a:t>
            </a:r>
            <a:r>
              <a:rPr lang="en-GB" sz="1600" dirty="0"/>
              <a:t> model</a:t>
            </a:r>
          </a:p>
          <a:p>
            <a:r>
              <a:rPr lang="en-GB" sz="1600" dirty="0"/>
              <a:t>Steps taken during the project (data preprocessing, modelling and evaluation)</a:t>
            </a:r>
          </a:p>
          <a:p>
            <a:r>
              <a:rPr lang="en-GB" sz="1600" b="1" dirty="0"/>
              <a:t>Future improvements: </a:t>
            </a:r>
            <a:endParaRPr lang="en-GB" sz="1600" dirty="0"/>
          </a:p>
          <a:p>
            <a:r>
              <a:rPr lang="en-GB" sz="1600" dirty="0"/>
              <a:t>Use of more diverse images: </a:t>
            </a:r>
          </a:p>
          <a:p>
            <a:r>
              <a:rPr lang="en-GB" sz="1600" b="1" dirty="0"/>
              <a:t>Metadata integration</a:t>
            </a:r>
            <a:endParaRPr lang="en-GB" sz="1600" dirty="0"/>
          </a:p>
          <a:p>
            <a:pPr lvl="1"/>
            <a:r>
              <a:rPr lang="en-GB" sz="1600" dirty="0"/>
              <a:t>Severity</a:t>
            </a:r>
          </a:p>
          <a:p>
            <a:pPr lvl="1"/>
            <a:r>
              <a:rPr lang="en-GB" sz="1600" dirty="0"/>
              <a:t>Lighting conditions</a:t>
            </a:r>
          </a:p>
          <a:p>
            <a:pPr lvl="1"/>
            <a:r>
              <a:rPr lang="en-GB" sz="1600" dirty="0"/>
              <a:t>Skin type</a:t>
            </a:r>
          </a:p>
          <a:p>
            <a:r>
              <a:rPr lang="en-GB" sz="1600" b="1" dirty="0"/>
              <a:t>Multi-stage classification approach</a:t>
            </a:r>
            <a:endParaRPr lang="en-GB" sz="1600" dirty="0"/>
          </a:p>
          <a:p>
            <a:pPr lvl="1"/>
            <a:r>
              <a:rPr lang="en-GB" sz="1600" dirty="0"/>
              <a:t>Step 1: Eczema vs Non-eczema</a:t>
            </a:r>
          </a:p>
          <a:p>
            <a:pPr lvl="1"/>
            <a:r>
              <a:rPr lang="en-GB" sz="1600" dirty="0"/>
              <a:t>Step 2: Eczema subtype classification</a:t>
            </a:r>
          </a:p>
          <a:p>
            <a:pPr marL="457200" lvl="1" indent="0">
              <a:buNone/>
            </a:pPr>
            <a:endParaRPr lang="en-GB" sz="1600" b="1" dirty="0"/>
          </a:p>
          <a:p>
            <a:pPr marL="457200" lvl="1" indent="0">
              <a:buNone/>
            </a:pPr>
            <a:r>
              <a:rPr lang="en-GB" sz="1600" b="1" dirty="0"/>
              <a:t>Final Reflection &amp; Conclusion/ DEMO</a:t>
            </a:r>
          </a:p>
          <a:p>
            <a:endParaRPr lang="en-GB" sz="1100" dirty="0"/>
          </a:p>
        </p:txBody>
      </p:sp>
      <p:pic>
        <p:nvPicPr>
          <p:cNvPr id="5" name="Picture 4" descr="A logo for a company&#10;&#10;AI-generated content may be incorrect.">
            <a:extLst>
              <a:ext uri="{FF2B5EF4-FFF2-40B4-BE49-F238E27FC236}">
                <a16:creationId xmlns:a16="http://schemas.microsoft.com/office/drawing/2014/main" id="{E1761E95-1FEA-6E2A-9987-2530772CFD2E}"/>
              </a:ext>
            </a:extLst>
          </p:cNvPr>
          <p:cNvPicPr>
            <a:picLocks noChangeAspect="1"/>
          </p:cNvPicPr>
          <p:nvPr/>
        </p:nvPicPr>
        <p:blipFill>
          <a:blip r:embed="rId3">
            <a:extLst>
              <a:ext uri="{28A0092B-C50C-407E-A947-70E740481C1C}">
                <a14:useLocalDpi xmlns:a14="http://schemas.microsoft.com/office/drawing/2010/main" val="0"/>
              </a:ext>
            </a:extLst>
          </a:blip>
          <a:srcRect r="3" b="3"/>
          <a:stretch>
            <a:fillRect/>
          </a:stretch>
        </p:blipFill>
        <p:spPr>
          <a:xfrm>
            <a:off x="7365066" y="1686629"/>
            <a:ext cx="4511875" cy="4511874"/>
          </a:xfrm>
          <a:custGeom>
            <a:avLst/>
            <a:gdLst/>
            <a:ahLst/>
            <a:cxnLst/>
            <a:rect l="l" t="t" r="r" b="b"/>
            <a:pathLst>
              <a:path w="3646992" h="3646991">
                <a:moveTo>
                  <a:pt x="0" y="0"/>
                </a:moveTo>
                <a:lnTo>
                  <a:pt x="1820818" y="0"/>
                </a:lnTo>
                <a:cubicBezTo>
                  <a:pt x="2829397" y="0"/>
                  <a:pt x="3646992" y="817595"/>
                  <a:pt x="3646992" y="1826174"/>
                </a:cubicBezTo>
                <a:lnTo>
                  <a:pt x="3646992" y="3646991"/>
                </a:lnTo>
                <a:lnTo>
                  <a:pt x="1826174" y="3646991"/>
                </a:lnTo>
                <a:cubicBezTo>
                  <a:pt x="817595" y="3646991"/>
                  <a:pt x="0" y="2829396"/>
                  <a:pt x="0" y="1820817"/>
                </a:cubicBezTo>
                <a:close/>
              </a:path>
            </a:pathLst>
          </a:custGeom>
        </p:spPr>
      </p:pic>
    </p:spTree>
    <p:extLst>
      <p:ext uri="{BB962C8B-B14F-4D97-AF65-F5344CB8AC3E}">
        <p14:creationId xmlns:p14="http://schemas.microsoft.com/office/powerpoint/2010/main" val="1735904471"/>
      </p:ext>
    </p:extLst>
  </p:cSld>
  <p:clrMapOvr>
    <a:masterClrMapping/>
  </p:clrMapOvr>
</p:sld>
</file>

<file path=ppt/theme/theme1.xml><?xml version="1.0" encoding="utf-8"?>
<a:theme xmlns:a="http://schemas.openxmlformats.org/drawingml/2006/main" name="TropicVTI">
  <a:themeElements>
    <a:clrScheme name="Tropic">
      <a:dk1>
        <a:srgbClr val="000000"/>
      </a:dk1>
      <a:lt1>
        <a:sysClr val="window" lastClr="FFFFFF"/>
      </a:lt1>
      <a:dk2>
        <a:srgbClr val="09392F"/>
      </a:dk2>
      <a:lt2>
        <a:srgbClr val="ECF0F0"/>
      </a:lt2>
      <a:accent1>
        <a:srgbClr val="1EBE9B"/>
      </a:accent1>
      <a:accent2>
        <a:srgbClr val="FD7C7C"/>
      </a:accent2>
      <a:accent3>
        <a:srgbClr val="7DA8B5"/>
      </a:accent3>
      <a:accent4>
        <a:srgbClr val="168E74"/>
      </a:accent4>
      <a:accent5>
        <a:srgbClr val="FB7365"/>
      </a:accent5>
      <a:accent6>
        <a:srgbClr val="D39B17"/>
      </a:accent6>
      <a:hlink>
        <a:srgbClr val="EF08F7"/>
      </a:hlink>
      <a:folHlink>
        <a:srgbClr val="8477FE"/>
      </a:folHlink>
    </a:clrScheme>
    <a:fontScheme name="Tropic">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opicVTI" id="{DE8751F2-0439-4D1D-A674-AFC241C9701D}" vid="{C41D9140-98E0-4A26-97C4-97FDCB8D6E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524</TotalTime>
  <Words>573</Words>
  <Application>Microsoft Office PowerPoint</Application>
  <PresentationFormat>Widescreen</PresentationFormat>
  <Paragraphs>76</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ADLaM Display</vt:lpstr>
      <vt:lpstr>Aptos</vt:lpstr>
      <vt:lpstr>Arial</vt:lpstr>
      <vt:lpstr>Gill Sans Nova</vt:lpstr>
      <vt:lpstr>TropicVTI</vt:lpstr>
      <vt:lpstr>DermaTrace</vt:lpstr>
      <vt:lpstr>WHAT IS ECZEMA?</vt:lpstr>
      <vt:lpstr>How many people are affected by it?</vt:lpstr>
      <vt:lpstr>What Is the Problem? </vt:lpstr>
      <vt:lpstr>What is the solution?</vt:lpstr>
      <vt:lpstr>How will DermaTrace be structured?</vt:lpstr>
      <vt:lpstr>First Peer Review: </vt:lpstr>
      <vt:lpstr>Next Steps:</vt:lpstr>
      <vt:lpstr>Status update- DC Coach review</vt:lpstr>
      <vt:lpstr>Status update- DC Coach review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Kailen Roa</dc:creator>
  <cp:lastModifiedBy>Kailen Roa</cp:lastModifiedBy>
  <cp:revision>1</cp:revision>
  <dcterms:created xsi:type="dcterms:W3CDTF">2025-12-06T09:41:20Z</dcterms:created>
  <dcterms:modified xsi:type="dcterms:W3CDTF">2026-01-21T10:23:50Z</dcterms:modified>
</cp:coreProperties>
</file>